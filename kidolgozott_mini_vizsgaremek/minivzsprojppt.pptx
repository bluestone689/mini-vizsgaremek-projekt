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0"/>
    <p:restoredTop sz="94683"/>
  </p:normalViewPr>
  <p:slideViewPr>
    <p:cSldViewPr snapToGrid="0">
      <p:cViewPr varScale="1">
        <p:scale>
          <a:sx n="78" d="100"/>
          <a:sy n="78" d="100"/>
        </p:scale>
        <p:origin x="19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4434F4-9894-4063-AD58-13B9B495EB3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1B1455E-DB3A-4D43-A4CF-3A97230DC351}">
      <dgm:prSet/>
      <dgm:spPr/>
      <dgm:t>
        <a:bodyPr/>
        <a:lstStyle/>
        <a:p>
          <a:r>
            <a:rPr lang="en-US" b="1" i="0" baseline="0"/>
            <a:t>PC terem 1:</a:t>
          </a:r>
          <a:r>
            <a:rPr lang="en-US" b="0" i="0" baseline="0"/>
            <a:t> Nagyobb végponti csoport, kliensoldali környezet.</a:t>
          </a:r>
          <a:endParaRPr lang="en-US"/>
        </a:p>
      </dgm:t>
    </dgm:pt>
    <dgm:pt modelId="{7412621A-D504-4321-A567-BD5D920B3E71}" type="parTrans" cxnId="{0FC9B58D-6451-4DA1-8685-4ED388212472}">
      <dgm:prSet/>
      <dgm:spPr/>
      <dgm:t>
        <a:bodyPr/>
        <a:lstStyle/>
        <a:p>
          <a:endParaRPr lang="en-US"/>
        </a:p>
      </dgm:t>
    </dgm:pt>
    <dgm:pt modelId="{459BD354-7AAF-466D-BDEA-9F1FF39983CD}" type="sibTrans" cxnId="{0FC9B58D-6451-4DA1-8685-4ED38821247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80614E11-F4D1-4736-AD03-E633A646183E}">
      <dgm:prSet/>
      <dgm:spPr/>
      <dgm:t>
        <a:bodyPr/>
        <a:lstStyle/>
        <a:p>
          <a:r>
            <a:rPr lang="en-US" b="1" i="0" baseline="0"/>
            <a:t>PC terem 2:</a:t>
          </a:r>
          <a:r>
            <a:rPr lang="en-US" b="0" i="0" baseline="0"/>
            <a:t> Különálló felhasználói csoport, eltérő jogosultságokkal.</a:t>
          </a:r>
          <a:endParaRPr lang="en-US"/>
        </a:p>
      </dgm:t>
    </dgm:pt>
    <dgm:pt modelId="{F185A160-C026-4AF2-9BEF-A8F018C0663D}" type="parTrans" cxnId="{4FDD1052-4E58-4FC4-91BD-7B7A2CAEE107}">
      <dgm:prSet/>
      <dgm:spPr/>
      <dgm:t>
        <a:bodyPr/>
        <a:lstStyle/>
        <a:p>
          <a:endParaRPr lang="en-US"/>
        </a:p>
      </dgm:t>
    </dgm:pt>
    <dgm:pt modelId="{AE01EB45-A76A-4012-BAC7-63F213293894}" type="sibTrans" cxnId="{4FDD1052-4E58-4FC4-91BD-7B7A2CAEE107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3AAECF94-247E-4CD7-97C9-C5C7767FD513}">
      <dgm:prSet/>
      <dgm:spPr/>
      <dgm:t>
        <a:bodyPr/>
        <a:lstStyle/>
        <a:p>
          <a:r>
            <a:rPr lang="en-US" b="1" i="0" baseline="0"/>
            <a:t>Szerverterem:</a:t>
          </a:r>
          <a:r>
            <a:rPr lang="en-US" b="0" i="0" baseline="0"/>
            <a:t> Központi szolgáltatások (DHCP, DNS, fájlszerver).</a:t>
          </a:r>
          <a:endParaRPr lang="en-US"/>
        </a:p>
      </dgm:t>
    </dgm:pt>
    <dgm:pt modelId="{13EDB71F-999E-453C-BCFE-EF260AC997CA}" type="parTrans" cxnId="{BCB9E356-17F0-4E2E-B314-A876079FD73B}">
      <dgm:prSet/>
      <dgm:spPr/>
      <dgm:t>
        <a:bodyPr/>
        <a:lstStyle/>
        <a:p>
          <a:endParaRPr lang="en-US"/>
        </a:p>
      </dgm:t>
    </dgm:pt>
    <dgm:pt modelId="{31E481BA-50A9-4D20-9D77-B99A7CC224A9}" type="sibTrans" cxnId="{BCB9E356-17F0-4E2E-B314-A876079FD73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330431E3-9A72-4745-9B76-0350C7A78F30}">
      <dgm:prSet/>
      <dgm:spPr/>
      <dgm:t>
        <a:bodyPr/>
        <a:lstStyle/>
        <a:p>
          <a:r>
            <a:rPr lang="en-US" b="1" i="0" baseline="0"/>
            <a:t>Hálózati központ:</a:t>
          </a:r>
          <a:r>
            <a:rPr lang="en-US" b="0" i="0" baseline="0"/>
            <a:t> Routerek és multilayer switch (a hálózat „agya”).</a:t>
          </a:r>
          <a:endParaRPr lang="en-US"/>
        </a:p>
      </dgm:t>
    </dgm:pt>
    <dgm:pt modelId="{F7FDA132-215B-4CD2-A722-7AB31C696814}" type="parTrans" cxnId="{4EA1A9CB-FB6E-4D0A-A4CB-C477765C8DC8}">
      <dgm:prSet/>
      <dgm:spPr/>
      <dgm:t>
        <a:bodyPr/>
        <a:lstStyle/>
        <a:p>
          <a:endParaRPr lang="en-US"/>
        </a:p>
      </dgm:t>
    </dgm:pt>
    <dgm:pt modelId="{60A049BA-A2C1-4B75-BFD2-74530A5946EC}" type="sibTrans" cxnId="{4EA1A9CB-FB6E-4D0A-A4CB-C477765C8DC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CE8DB748-5B9D-384F-A5DA-A76DC5FCCB23}" type="pres">
      <dgm:prSet presAssocID="{1D4434F4-9894-4063-AD58-13B9B495EB3D}" presName="Name0" presStyleCnt="0">
        <dgm:presLayoutVars>
          <dgm:animLvl val="lvl"/>
          <dgm:resizeHandles val="exact"/>
        </dgm:presLayoutVars>
      </dgm:prSet>
      <dgm:spPr/>
    </dgm:pt>
    <dgm:pt modelId="{4D5C7505-DEAA-1542-B7D5-3C7BF69820DE}" type="pres">
      <dgm:prSet presAssocID="{01B1455E-DB3A-4D43-A4CF-3A97230DC351}" presName="compositeNode" presStyleCnt="0">
        <dgm:presLayoutVars>
          <dgm:bulletEnabled val="1"/>
        </dgm:presLayoutVars>
      </dgm:prSet>
      <dgm:spPr/>
    </dgm:pt>
    <dgm:pt modelId="{DB849553-1640-B242-A168-DD1CEA3CADEA}" type="pres">
      <dgm:prSet presAssocID="{01B1455E-DB3A-4D43-A4CF-3A97230DC351}" presName="bgRect" presStyleLbl="alignNode1" presStyleIdx="0" presStyleCnt="4"/>
      <dgm:spPr/>
    </dgm:pt>
    <dgm:pt modelId="{826AB6A9-3024-C74E-84C7-4DE0F9998169}" type="pres">
      <dgm:prSet presAssocID="{459BD354-7AAF-466D-BDEA-9F1FF39983CD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4C19CE21-43BC-1346-B8DF-D29FCCAC835E}" type="pres">
      <dgm:prSet presAssocID="{01B1455E-DB3A-4D43-A4CF-3A97230DC351}" presName="nodeRect" presStyleLbl="alignNode1" presStyleIdx="0" presStyleCnt="4">
        <dgm:presLayoutVars>
          <dgm:bulletEnabled val="1"/>
        </dgm:presLayoutVars>
      </dgm:prSet>
      <dgm:spPr/>
    </dgm:pt>
    <dgm:pt modelId="{BD1970E7-7554-954D-95AB-3961DE25318D}" type="pres">
      <dgm:prSet presAssocID="{459BD354-7AAF-466D-BDEA-9F1FF39983CD}" presName="sibTrans" presStyleCnt="0"/>
      <dgm:spPr/>
    </dgm:pt>
    <dgm:pt modelId="{79798CD0-9976-B648-B9EA-5D5ED14FB28F}" type="pres">
      <dgm:prSet presAssocID="{80614E11-F4D1-4736-AD03-E633A646183E}" presName="compositeNode" presStyleCnt="0">
        <dgm:presLayoutVars>
          <dgm:bulletEnabled val="1"/>
        </dgm:presLayoutVars>
      </dgm:prSet>
      <dgm:spPr/>
    </dgm:pt>
    <dgm:pt modelId="{04DDCD1D-7721-C84A-9C61-965A00D947A9}" type="pres">
      <dgm:prSet presAssocID="{80614E11-F4D1-4736-AD03-E633A646183E}" presName="bgRect" presStyleLbl="alignNode1" presStyleIdx="1" presStyleCnt="4"/>
      <dgm:spPr/>
    </dgm:pt>
    <dgm:pt modelId="{45C5EBAF-F47C-FD44-8E50-1108B98B664A}" type="pres">
      <dgm:prSet presAssocID="{AE01EB45-A76A-4012-BAC7-63F213293894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BB1397B5-E5E2-4A4C-A971-40046F476AA4}" type="pres">
      <dgm:prSet presAssocID="{80614E11-F4D1-4736-AD03-E633A646183E}" presName="nodeRect" presStyleLbl="alignNode1" presStyleIdx="1" presStyleCnt="4">
        <dgm:presLayoutVars>
          <dgm:bulletEnabled val="1"/>
        </dgm:presLayoutVars>
      </dgm:prSet>
      <dgm:spPr/>
    </dgm:pt>
    <dgm:pt modelId="{CE2637DD-7992-B543-A3A9-FAA7E0A70068}" type="pres">
      <dgm:prSet presAssocID="{AE01EB45-A76A-4012-BAC7-63F213293894}" presName="sibTrans" presStyleCnt="0"/>
      <dgm:spPr/>
    </dgm:pt>
    <dgm:pt modelId="{A07D9298-256C-C04A-8012-4929E40CEDAC}" type="pres">
      <dgm:prSet presAssocID="{3AAECF94-247E-4CD7-97C9-C5C7767FD513}" presName="compositeNode" presStyleCnt="0">
        <dgm:presLayoutVars>
          <dgm:bulletEnabled val="1"/>
        </dgm:presLayoutVars>
      </dgm:prSet>
      <dgm:spPr/>
    </dgm:pt>
    <dgm:pt modelId="{A6E6F56C-439E-8F49-BEE3-EEBD4C0D77F8}" type="pres">
      <dgm:prSet presAssocID="{3AAECF94-247E-4CD7-97C9-C5C7767FD513}" presName="bgRect" presStyleLbl="alignNode1" presStyleIdx="2" presStyleCnt="4"/>
      <dgm:spPr/>
    </dgm:pt>
    <dgm:pt modelId="{6095CA4F-6E62-564D-AFA2-43DD0B5E9A6C}" type="pres">
      <dgm:prSet presAssocID="{31E481BA-50A9-4D20-9D77-B99A7CC224A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FDF7788C-E18B-4B48-8BB4-CE04B156F77C}" type="pres">
      <dgm:prSet presAssocID="{3AAECF94-247E-4CD7-97C9-C5C7767FD513}" presName="nodeRect" presStyleLbl="alignNode1" presStyleIdx="2" presStyleCnt="4">
        <dgm:presLayoutVars>
          <dgm:bulletEnabled val="1"/>
        </dgm:presLayoutVars>
      </dgm:prSet>
      <dgm:spPr/>
    </dgm:pt>
    <dgm:pt modelId="{C949FCAE-A3DC-FC46-9CDE-234F5D7B32E3}" type="pres">
      <dgm:prSet presAssocID="{31E481BA-50A9-4D20-9D77-B99A7CC224A9}" presName="sibTrans" presStyleCnt="0"/>
      <dgm:spPr/>
    </dgm:pt>
    <dgm:pt modelId="{E31799D8-97F6-FD49-A706-575501583F48}" type="pres">
      <dgm:prSet presAssocID="{330431E3-9A72-4745-9B76-0350C7A78F30}" presName="compositeNode" presStyleCnt="0">
        <dgm:presLayoutVars>
          <dgm:bulletEnabled val="1"/>
        </dgm:presLayoutVars>
      </dgm:prSet>
      <dgm:spPr/>
    </dgm:pt>
    <dgm:pt modelId="{AADAFA78-263B-4B44-845F-70F2E9F0A374}" type="pres">
      <dgm:prSet presAssocID="{330431E3-9A72-4745-9B76-0350C7A78F30}" presName="bgRect" presStyleLbl="alignNode1" presStyleIdx="3" presStyleCnt="4"/>
      <dgm:spPr/>
    </dgm:pt>
    <dgm:pt modelId="{51A14246-31F1-964B-99F8-56BA81FE5355}" type="pres">
      <dgm:prSet presAssocID="{60A049BA-A2C1-4B75-BFD2-74530A5946EC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6BF659A3-3F1E-2148-8A9C-AC2B92098963}" type="pres">
      <dgm:prSet presAssocID="{330431E3-9A72-4745-9B76-0350C7A78F30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5E10E90B-C3AD-2C41-8D81-4FD090EC8896}" type="presOf" srcId="{330431E3-9A72-4745-9B76-0350C7A78F30}" destId="{6BF659A3-3F1E-2148-8A9C-AC2B92098963}" srcOrd="1" destOrd="0" presId="urn:microsoft.com/office/officeart/2016/7/layout/LinearBlockProcessNumbered"/>
    <dgm:cxn modelId="{B4DB2B13-7436-184C-9581-E7C7A9D576BC}" type="presOf" srcId="{459BD354-7AAF-466D-BDEA-9F1FF39983CD}" destId="{826AB6A9-3024-C74E-84C7-4DE0F9998169}" srcOrd="0" destOrd="0" presId="urn:microsoft.com/office/officeart/2016/7/layout/LinearBlockProcessNumbered"/>
    <dgm:cxn modelId="{2787732A-D150-5C46-ACA7-96C3E12BE7DF}" type="presOf" srcId="{3AAECF94-247E-4CD7-97C9-C5C7767FD513}" destId="{FDF7788C-E18B-4B48-8BB4-CE04B156F77C}" srcOrd="1" destOrd="0" presId="urn:microsoft.com/office/officeart/2016/7/layout/LinearBlockProcessNumbered"/>
    <dgm:cxn modelId="{7E310843-4B8E-F840-835F-473D55133907}" type="presOf" srcId="{330431E3-9A72-4745-9B76-0350C7A78F30}" destId="{AADAFA78-263B-4B44-845F-70F2E9F0A374}" srcOrd="0" destOrd="0" presId="urn:microsoft.com/office/officeart/2016/7/layout/LinearBlockProcessNumbered"/>
    <dgm:cxn modelId="{4FDD1052-4E58-4FC4-91BD-7B7A2CAEE107}" srcId="{1D4434F4-9894-4063-AD58-13B9B495EB3D}" destId="{80614E11-F4D1-4736-AD03-E633A646183E}" srcOrd="1" destOrd="0" parTransId="{F185A160-C026-4AF2-9BEF-A8F018C0663D}" sibTransId="{AE01EB45-A76A-4012-BAC7-63F213293894}"/>
    <dgm:cxn modelId="{BCB9E356-17F0-4E2E-B314-A876079FD73B}" srcId="{1D4434F4-9894-4063-AD58-13B9B495EB3D}" destId="{3AAECF94-247E-4CD7-97C9-C5C7767FD513}" srcOrd="2" destOrd="0" parTransId="{13EDB71F-999E-453C-BCFE-EF260AC997CA}" sibTransId="{31E481BA-50A9-4D20-9D77-B99A7CC224A9}"/>
    <dgm:cxn modelId="{54449972-028E-3441-A107-769596FDE3AE}" type="presOf" srcId="{80614E11-F4D1-4736-AD03-E633A646183E}" destId="{BB1397B5-E5E2-4A4C-A971-40046F476AA4}" srcOrd="1" destOrd="0" presId="urn:microsoft.com/office/officeart/2016/7/layout/LinearBlockProcessNumbered"/>
    <dgm:cxn modelId="{CB14A385-9E6B-9146-A1ED-F9AFDBB46FA0}" type="presOf" srcId="{3AAECF94-247E-4CD7-97C9-C5C7767FD513}" destId="{A6E6F56C-439E-8F49-BEE3-EEBD4C0D77F8}" srcOrd="0" destOrd="0" presId="urn:microsoft.com/office/officeart/2016/7/layout/LinearBlockProcessNumbered"/>
    <dgm:cxn modelId="{0FC9B58D-6451-4DA1-8685-4ED388212472}" srcId="{1D4434F4-9894-4063-AD58-13B9B495EB3D}" destId="{01B1455E-DB3A-4D43-A4CF-3A97230DC351}" srcOrd="0" destOrd="0" parTransId="{7412621A-D504-4321-A567-BD5D920B3E71}" sibTransId="{459BD354-7AAF-466D-BDEA-9F1FF39983CD}"/>
    <dgm:cxn modelId="{ED9A2C92-9029-FA48-8CC6-221DD41159E7}" type="presOf" srcId="{1D4434F4-9894-4063-AD58-13B9B495EB3D}" destId="{CE8DB748-5B9D-384F-A5DA-A76DC5FCCB23}" srcOrd="0" destOrd="0" presId="urn:microsoft.com/office/officeart/2016/7/layout/LinearBlockProcessNumbered"/>
    <dgm:cxn modelId="{FEC78BAA-1CC7-C542-B229-DCB8AFA35A12}" type="presOf" srcId="{AE01EB45-A76A-4012-BAC7-63F213293894}" destId="{45C5EBAF-F47C-FD44-8E50-1108B98B664A}" srcOrd="0" destOrd="0" presId="urn:microsoft.com/office/officeart/2016/7/layout/LinearBlockProcessNumbered"/>
    <dgm:cxn modelId="{487696C6-802E-7941-B68C-4978BA40FD3F}" type="presOf" srcId="{80614E11-F4D1-4736-AD03-E633A646183E}" destId="{04DDCD1D-7721-C84A-9C61-965A00D947A9}" srcOrd="0" destOrd="0" presId="urn:microsoft.com/office/officeart/2016/7/layout/LinearBlockProcessNumbered"/>
    <dgm:cxn modelId="{4EA1A9CB-FB6E-4D0A-A4CB-C477765C8DC8}" srcId="{1D4434F4-9894-4063-AD58-13B9B495EB3D}" destId="{330431E3-9A72-4745-9B76-0350C7A78F30}" srcOrd="3" destOrd="0" parTransId="{F7FDA132-215B-4CD2-A722-7AB31C696814}" sibTransId="{60A049BA-A2C1-4B75-BFD2-74530A5946EC}"/>
    <dgm:cxn modelId="{518A86D7-B826-8E43-946A-A03E53FE6BFE}" type="presOf" srcId="{60A049BA-A2C1-4B75-BFD2-74530A5946EC}" destId="{51A14246-31F1-964B-99F8-56BA81FE5355}" srcOrd="0" destOrd="0" presId="urn:microsoft.com/office/officeart/2016/7/layout/LinearBlockProcessNumbered"/>
    <dgm:cxn modelId="{59EC6DD8-1FD6-A841-A6CE-DBE43301D472}" type="presOf" srcId="{31E481BA-50A9-4D20-9D77-B99A7CC224A9}" destId="{6095CA4F-6E62-564D-AFA2-43DD0B5E9A6C}" srcOrd="0" destOrd="0" presId="urn:microsoft.com/office/officeart/2016/7/layout/LinearBlockProcessNumbered"/>
    <dgm:cxn modelId="{98DAA1E0-E8F9-4049-A881-112F839935FC}" type="presOf" srcId="{01B1455E-DB3A-4D43-A4CF-3A97230DC351}" destId="{DB849553-1640-B242-A168-DD1CEA3CADEA}" srcOrd="0" destOrd="0" presId="urn:microsoft.com/office/officeart/2016/7/layout/LinearBlockProcessNumbered"/>
    <dgm:cxn modelId="{7E2277EA-3C89-8E46-8837-7B0FE96DD4F1}" type="presOf" srcId="{01B1455E-DB3A-4D43-A4CF-3A97230DC351}" destId="{4C19CE21-43BC-1346-B8DF-D29FCCAC835E}" srcOrd="1" destOrd="0" presId="urn:microsoft.com/office/officeart/2016/7/layout/LinearBlockProcessNumbered"/>
    <dgm:cxn modelId="{0D104905-204C-3642-9395-57A72C7AFDD3}" type="presParOf" srcId="{CE8DB748-5B9D-384F-A5DA-A76DC5FCCB23}" destId="{4D5C7505-DEAA-1542-B7D5-3C7BF69820DE}" srcOrd="0" destOrd="0" presId="urn:microsoft.com/office/officeart/2016/7/layout/LinearBlockProcessNumbered"/>
    <dgm:cxn modelId="{26DA18DB-354A-6C4A-8B68-52E29E44D20E}" type="presParOf" srcId="{4D5C7505-DEAA-1542-B7D5-3C7BF69820DE}" destId="{DB849553-1640-B242-A168-DD1CEA3CADEA}" srcOrd="0" destOrd="0" presId="urn:microsoft.com/office/officeart/2016/7/layout/LinearBlockProcessNumbered"/>
    <dgm:cxn modelId="{4D258944-E074-634B-9110-A80D8806CFBE}" type="presParOf" srcId="{4D5C7505-DEAA-1542-B7D5-3C7BF69820DE}" destId="{826AB6A9-3024-C74E-84C7-4DE0F9998169}" srcOrd="1" destOrd="0" presId="urn:microsoft.com/office/officeart/2016/7/layout/LinearBlockProcessNumbered"/>
    <dgm:cxn modelId="{E224A4D5-5A26-674D-9AC6-5B89CD2ED500}" type="presParOf" srcId="{4D5C7505-DEAA-1542-B7D5-3C7BF69820DE}" destId="{4C19CE21-43BC-1346-B8DF-D29FCCAC835E}" srcOrd="2" destOrd="0" presId="urn:microsoft.com/office/officeart/2016/7/layout/LinearBlockProcessNumbered"/>
    <dgm:cxn modelId="{FEDAE538-B1BE-EE48-932F-099A96D2335B}" type="presParOf" srcId="{CE8DB748-5B9D-384F-A5DA-A76DC5FCCB23}" destId="{BD1970E7-7554-954D-95AB-3961DE25318D}" srcOrd="1" destOrd="0" presId="urn:microsoft.com/office/officeart/2016/7/layout/LinearBlockProcessNumbered"/>
    <dgm:cxn modelId="{383BC0D9-2A84-1046-BF35-5C235CB0C7A4}" type="presParOf" srcId="{CE8DB748-5B9D-384F-A5DA-A76DC5FCCB23}" destId="{79798CD0-9976-B648-B9EA-5D5ED14FB28F}" srcOrd="2" destOrd="0" presId="urn:microsoft.com/office/officeart/2016/7/layout/LinearBlockProcessNumbered"/>
    <dgm:cxn modelId="{9B078902-C9A1-B049-9CDC-AC55EB285C18}" type="presParOf" srcId="{79798CD0-9976-B648-B9EA-5D5ED14FB28F}" destId="{04DDCD1D-7721-C84A-9C61-965A00D947A9}" srcOrd="0" destOrd="0" presId="urn:microsoft.com/office/officeart/2016/7/layout/LinearBlockProcessNumbered"/>
    <dgm:cxn modelId="{6C3725DB-3D8B-3243-A4BC-ECF57328A446}" type="presParOf" srcId="{79798CD0-9976-B648-B9EA-5D5ED14FB28F}" destId="{45C5EBAF-F47C-FD44-8E50-1108B98B664A}" srcOrd="1" destOrd="0" presId="urn:microsoft.com/office/officeart/2016/7/layout/LinearBlockProcessNumbered"/>
    <dgm:cxn modelId="{C4A28312-3253-974F-840C-11B6086A0251}" type="presParOf" srcId="{79798CD0-9976-B648-B9EA-5D5ED14FB28F}" destId="{BB1397B5-E5E2-4A4C-A971-40046F476AA4}" srcOrd="2" destOrd="0" presId="urn:microsoft.com/office/officeart/2016/7/layout/LinearBlockProcessNumbered"/>
    <dgm:cxn modelId="{34212B44-1D3D-BC45-92B9-6F0C4FDE137A}" type="presParOf" srcId="{CE8DB748-5B9D-384F-A5DA-A76DC5FCCB23}" destId="{CE2637DD-7992-B543-A3A9-FAA7E0A70068}" srcOrd="3" destOrd="0" presId="urn:microsoft.com/office/officeart/2016/7/layout/LinearBlockProcessNumbered"/>
    <dgm:cxn modelId="{729F9607-7BC5-0A4D-8170-7952013C7B89}" type="presParOf" srcId="{CE8DB748-5B9D-384F-A5DA-A76DC5FCCB23}" destId="{A07D9298-256C-C04A-8012-4929E40CEDAC}" srcOrd="4" destOrd="0" presId="urn:microsoft.com/office/officeart/2016/7/layout/LinearBlockProcessNumbered"/>
    <dgm:cxn modelId="{3F86A33D-F5B3-F64C-AB5A-4770E374BB4F}" type="presParOf" srcId="{A07D9298-256C-C04A-8012-4929E40CEDAC}" destId="{A6E6F56C-439E-8F49-BEE3-EEBD4C0D77F8}" srcOrd="0" destOrd="0" presId="urn:microsoft.com/office/officeart/2016/7/layout/LinearBlockProcessNumbered"/>
    <dgm:cxn modelId="{F4124879-F94E-054A-8F11-AAC801A6B5A5}" type="presParOf" srcId="{A07D9298-256C-C04A-8012-4929E40CEDAC}" destId="{6095CA4F-6E62-564D-AFA2-43DD0B5E9A6C}" srcOrd="1" destOrd="0" presId="urn:microsoft.com/office/officeart/2016/7/layout/LinearBlockProcessNumbered"/>
    <dgm:cxn modelId="{072A6C54-E428-174B-8FD6-E98357CA9715}" type="presParOf" srcId="{A07D9298-256C-C04A-8012-4929E40CEDAC}" destId="{FDF7788C-E18B-4B48-8BB4-CE04B156F77C}" srcOrd="2" destOrd="0" presId="urn:microsoft.com/office/officeart/2016/7/layout/LinearBlockProcessNumbered"/>
    <dgm:cxn modelId="{49853B38-27AC-A447-8644-C02418665EDD}" type="presParOf" srcId="{CE8DB748-5B9D-384F-A5DA-A76DC5FCCB23}" destId="{C949FCAE-A3DC-FC46-9CDE-234F5D7B32E3}" srcOrd="5" destOrd="0" presId="urn:microsoft.com/office/officeart/2016/7/layout/LinearBlockProcessNumbered"/>
    <dgm:cxn modelId="{53D6F854-28F0-AF41-83FD-7E0668170C64}" type="presParOf" srcId="{CE8DB748-5B9D-384F-A5DA-A76DC5FCCB23}" destId="{E31799D8-97F6-FD49-A706-575501583F48}" srcOrd="6" destOrd="0" presId="urn:microsoft.com/office/officeart/2016/7/layout/LinearBlockProcessNumbered"/>
    <dgm:cxn modelId="{6C4333C7-90A7-9D4F-B529-0ADF786999F2}" type="presParOf" srcId="{E31799D8-97F6-FD49-A706-575501583F48}" destId="{AADAFA78-263B-4B44-845F-70F2E9F0A374}" srcOrd="0" destOrd="0" presId="urn:microsoft.com/office/officeart/2016/7/layout/LinearBlockProcessNumbered"/>
    <dgm:cxn modelId="{F149F357-0F90-994A-8918-14A7EDEF87ED}" type="presParOf" srcId="{E31799D8-97F6-FD49-A706-575501583F48}" destId="{51A14246-31F1-964B-99F8-56BA81FE5355}" srcOrd="1" destOrd="0" presId="urn:microsoft.com/office/officeart/2016/7/layout/LinearBlockProcessNumbered"/>
    <dgm:cxn modelId="{B8F36BAD-4638-2245-AFB3-7E1760A4526B}" type="presParOf" srcId="{E31799D8-97F6-FD49-A706-575501583F48}" destId="{6BF659A3-3F1E-2148-8A9C-AC2B9209896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338993-4AA6-40CD-975B-B946A711D1C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A149652-5B5C-46A9-A3DE-789823585D31}">
      <dgm:prSet/>
      <dgm:spPr/>
      <dgm:t>
        <a:bodyPr/>
        <a:lstStyle/>
        <a:p>
          <a:r>
            <a:rPr lang="en-US" b="1" i="0" baseline="0"/>
            <a:t>VLAN (Virtual Local Area Network):</a:t>
          </a:r>
          <a:r>
            <a:rPr lang="en-US" b="0" i="0" baseline="0"/>
            <a:t> Logikai szegmentálás a biztonság és a broadcast forgalom csökkentése érdekében.</a:t>
          </a:r>
          <a:endParaRPr lang="en-US"/>
        </a:p>
      </dgm:t>
    </dgm:pt>
    <dgm:pt modelId="{1EDD641A-6A2F-4D34-8E6C-C643FA173180}" type="parTrans" cxnId="{5B4A01F1-BD2A-4349-8866-CBC236889BE8}">
      <dgm:prSet/>
      <dgm:spPr/>
      <dgm:t>
        <a:bodyPr/>
        <a:lstStyle/>
        <a:p>
          <a:endParaRPr lang="en-US"/>
        </a:p>
      </dgm:t>
    </dgm:pt>
    <dgm:pt modelId="{F148F8A9-80DE-477D-A1B4-E67CC321CD68}" type="sibTrans" cxnId="{5B4A01F1-BD2A-4349-8866-CBC236889BE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353AD4F-C164-4C88-890A-505CAA0C4B05}">
      <dgm:prSet/>
      <dgm:spPr/>
      <dgm:t>
        <a:bodyPr/>
        <a:lstStyle/>
        <a:p>
          <a:r>
            <a:rPr lang="en-US" b="1" i="0" baseline="0"/>
            <a:t>Inter-VLAN Routing:</a:t>
          </a:r>
          <a:r>
            <a:rPr lang="en-US" b="0" i="0" baseline="0"/>
            <a:t> A multilayer switch (L3) biztosítja az átjárást a különböző VLAN-ok között.</a:t>
          </a:r>
          <a:endParaRPr lang="en-US"/>
        </a:p>
      </dgm:t>
    </dgm:pt>
    <dgm:pt modelId="{CE83DCF0-240D-4903-8188-46C20BA699A2}" type="parTrans" cxnId="{BB3EFABE-E3B1-474C-B7BB-4C42D32B4D9A}">
      <dgm:prSet/>
      <dgm:spPr/>
      <dgm:t>
        <a:bodyPr/>
        <a:lstStyle/>
        <a:p>
          <a:endParaRPr lang="en-US"/>
        </a:p>
      </dgm:t>
    </dgm:pt>
    <dgm:pt modelId="{2F00483B-7418-4679-A08A-BBBF0BE2DAA2}" type="sibTrans" cxnId="{BB3EFABE-E3B1-474C-B7BB-4C42D32B4D9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FAA4490-AE56-450E-950A-6D26E1D32D4A}">
      <dgm:prSet/>
      <dgm:spPr/>
      <dgm:t>
        <a:bodyPr/>
        <a:lstStyle/>
        <a:p>
          <a:r>
            <a:rPr lang="en-US" b="1" i="0" baseline="0"/>
            <a:t>IPv4 címzés:</a:t>
          </a:r>
          <a:r>
            <a:rPr lang="en-US" b="0" i="0" baseline="0"/>
            <a:t> Strukturált, VLAN-onként elkülönített alhálózatok (pl. 192.168.10.0/24)</a:t>
          </a:r>
          <a:endParaRPr lang="en-US"/>
        </a:p>
      </dgm:t>
    </dgm:pt>
    <dgm:pt modelId="{CF9CE72E-407D-44E8-8971-E9C7D9B71D85}" type="parTrans" cxnId="{84A8BCE9-275E-4FFA-91B5-83E286650210}">
      <dgm:prSet/>
      <dgm:spPr/>
      <dgm:t>
        <a:bodyPr/>
        <a:lstStyle/>
        <a:p>
          <a:endParaRPr lang="en-US"/>
        </a:p>
      </dgm:t>
    </dgm:pt>
    <dgm:pt modelId="{040C9553-563B-4C62-8134-34ACC3C6BBE3}" type="sibTrans" cxnId="{84A8BCE9-275E-4FFA-91B5-83E28665021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497DE0E-9C46-9E48-93C7-C3C3F8272A48}" type="pres">
      <dgm:prSet presAssocID="{8C338993-4AA6-40CD-975B-B946A711D1C6}" presName="Name0" presStyleCnt="0">
        <dgm:presLayoutVars>
          <dgm:animLvl val="lvl"/>
          <dgm:resizeHandles val="exact"/>
        </dgm:presLayoutVars>
      </dgm:prSet>
      <dgm:spPr/>
    </dgm:pt>
    <dgm:pt modelId="{5AB2DDDB-96BA-4C45-A70B-584A4B5D9EF2}" type="pres">
      <dgm:prSet presAssocID="{5A149652-5B5C-46A9-A3DE-789823585D31}" presName="compositeNode" presStyleCnt="0">
        <dgm:presLayoutVars>
          <dgm:bulletEnabled val="1"/>
        </dgm:presLayoutVars>
      </dgm:prSet>
      <dgm:spPr/>
    </dgm:pt>
    <dgm:pt modelId="{421BE20D-2281-1240-81DC-26CE538F2652}" type="pres">
      <dgm:prSet presAssocID="{5A149652-5B5C-46A9-A3DE-789823585D31}" presName="bgRect" presStyleLbl="bgAccFollowNode1" presStyleIdx="0" presStyleCnt="3"/>
      <dgm:spPr/>
    </dgm:pt>
    <dgm:pt modelId="{14DAE5BE-016A-F148-B3D0-A39F69477F8E}" type="pres">
      <dgm:prSet presAssocID="{F148F8A9-80DE-477D-A1B4-E67CC321CD68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4A709E47-B370-814E-8C09-EC4042C11F50}" type="pres">
      <dgm:prSet presAssocID="{5A149652-5B5C-46A9-A3DE-789823585D31}" presName="bottomLine" presStyleLbl="alignNode1" presStyleIdx="1" presStyleCnt="6">
        <dgm:presLayoutVars/>
      </dgm:prSet>
      <dgm:spPr/>
    </dgm:pt>
    <dgm:pt modelId="{5459B54B-6B07-8A4C-826E-14746B5DFED2}" type="pres">
      <dgm:prSet presAssocID="{5A149652-5B5C-46A9-A3DE-789823585D31}" presName="nodeText" presStyleLbl="bgAccFollowNode1" presStyleIdx="0" presStyleCnt="3">
        <dgm:presLayoutVars>
          <dgm:bulletEnabled val="1"/>
        </dgm:presLayoutVars>
      </dgm:prSet>
      <dgm:spPr/>
    </dgm:pt>
    <dgm:pt modelId="{EA641B88-5940-4C42-80F6-526B7E36F21B}" type="pres">
      <dgm:prSet presAssocID="{F148F8A9-80DE-477D-A1B4-E67CC321CD68}" presName="sibTrans" presStyleCnt="0"/>
      <dgm:spPr/>
    </dgm:pt>
    <dgm:pt modelId="{8A548E21-8B2F-B14B-B453-271B56E0260A}" type="pres">
      <dgm:prSet presAssocID="{E353AD4F-C164-4C88-890A-505CAA0C4B05}" presName="compositeNode" presStyleCnt="0">
        <dgm:presLayoutVars>
          <dgm:bulletEnabled val="1"/>
        </dgm:presLayoutVars>
      </dgm:prSet>
      <dgm:spPr/>
    </dgm:pt>
    <dgm:pt modelId="{1858AC7A-A45D-8D49-9BC1-755D8E6A0149}" type="pres">
      <dgm:prSet presAssocID="{E353AD4F-C164-4C88-890A-505CAA0C4B05}" presName="bgRect" presStyleLbl="bgAccFollowNode1" presStyleIdx="1" presStyleCnt="3"/>
      <dgm:spPr/>
    </dgm:pt>
    <dgm:pt modelId="{5FB01A17-526D-5A4D-B808-B2F4295A535F}" type="pres">
      <dgm:prSet presAssocID="{2F00483B-7418-4679-A08A-BBBF0BE2DAA2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9C4F11D1-BBFC-1941-A439-14EAB519FB26}" type="pres">
      <dgm:prSet presAssocID="{E353AD4F-C164-4C88-890A-505CAA0C4B05}" presName="bottomLine" presStyleLbl="alignNode1" presStyleIdx="3" presStyleCnt="6">
        <dgm:presLayoutVars/>
      </dgm:prSet>
      <dgm:spPr/>
    </dgm:pt>
    <dgm:pt modelId="{E05A3170-766A-8E41-9CAE-E113CB43718E}" type="pres">
      <dgm:prSet presAssocID="{E353AD4F-C164-4C88-890A-505CAA0C4B05}" presName="nodeText" presStyleLbl="bgAccFollowNode1" presStyleIdx="1" presStyleCnt="3">
        <dgm:presLayoutVars>
          <dgm:bulletEnabled val="1"/>
        </dgm:presLayoutVars>
      </dgm:prSet>
      <dgm:spPr/>
    </dgm:pt>
    <dgm:pt modelId="{73E9BB8D-3CDD-114F-B520-B03A5A5C09B3}" type="pres">
      <dgm:prSet presAssocID="{2F00483B-7418-4679-A08A-BBBF0BE2DAA2}" presName="sibTrans" presStyleCnt="0"/>
      <dgm:spPr/>
    </dgm:pt>
    <dgm:pt modelId="{A5CA7E41-B664-8848-875E-4AB2D7457A64}" type="pres">
      <dgm:prSet presAssocID="{AFAA4490-AE56-450E-950A-6D26E1D32D4A}" presName="compositeNode" presStyleCnt="0">
        <dgm:presLayoutVars>
          <dgm:bulletEnabled val="1"/>
        </dgm:presLayoutVars>
      </dgm:prSet>
      <dgm:spPr/>
    </dgm:pt>
    <dgm:pt modelId="{E5F249E8-0BE2-B847-96F5-70E218280F6D}" type="pres">
      <dgm:prSet presAssocID="{AFAA4490-AE56-450E-950A-6D26E1D32D4A}" presName="bgRect" presStyleLbl="bgAccFollowNode1" presStyleIdx="2" presStyleCnt="3"/>
      <dgm:spPr/>
    </dgm:pt>
    <dgm:pt modelId="{5B6E7F45-85E3-5845-BF7A-08BB1F3720F5}" type="pres">
      <dgm:prSet presAssocID="{040C9553-563B-4C62-8134-34ACC3C6BBE3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152F39D-E4FA-3A47-BF94-4F46EC29EB31}" type="pres">
      <dgm:prSet presAssocID="{AFAA4490-AE56-450E-950A-6D26E1D32D4A}" presName="bottomLine" presStyleLbl="alignNode1" presStyleIdx="5" presStyleCnt="6">
        <dgm:presLayoutVars/>
      </dgm:prSet>
      <dgm:spPr/>
    </dgm:pt>
    <dgm:pt modelId="{380B5E85-9C13-E54A-B251-F2ECF6AFC31B}" type="pres">
      <dgm:prSet presAssocID="{AFAA4490-AE56-450E-950A-6D26E1D32D4A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87A9AF43-5455-9248-9D62-D9BDBA2E02BC}" type="presOf" srcId="{AFAA4490-AE56-450E-950A-6D26E1D32D4A}" destId="{380B5E85-9C13-E54A-B251-F2ECF6AFC31B}" srcOrd="1" destOrd="0" presId="urn:microsoft.com/office/officeart/2016/7/layout/BasicLinearProcessNumbered"/>
    <dgm:cxn modelId="{6338984D-0FDA-0047-A5F2-2286AE64A663}" type="presOf" srcId="{AFAA4490-AE56-450E-950A-6D26E1D32D4A}" destId="{E5F249E8-0BE2-B847-96F5-70E218280F6D}" srcOrd="0" destOrd="0" presId="urn:microsoft.com/office/officeart/2016/7/layout/BasicLinearProcessNumbered"/>
    <dgm:cxn modelId="{253C0B4E-751E-7446-AAF2-8E971A887A73}" type="presOf" srcId="{E353AD4F-C164-4C88-890A-505CAA0C4B05}" destId="{1858AC7A-A45D-8D49-9BC1-755D8E6A0149}" srcOrd="0" destOrd="0" presId="urn:microsoft.com/office/officeart/2016/7/layout/BasicLinearProcessNumbered"/>
    <dgm:cxn modelId="{009C2977-E3C1-A247-9E38-4522493CA0F2}" type="presOf" srcId="{F148F8A9-80DE-477D-A1B4-E67CC321CD68}" destId="{14DAE5BE-016A-F148-B3D0-A39F69477F8E}" srcOrd="0" destOrd="0" presId="urn:microsoft.com/office/officeart/2016/7/layout/BasicLinearProcessNumbered"/>
    <dgm:cxn modelId="{5283A0AB-998B-5341-9BEA-2ED917CF3E04}" type="presOf" srcId="{5A149652-5B5C-46A9-A3DE-789823585D31}" destId="{5459B54B-6B07-8A4C-826E-14746B5DFED2}" srcOrd="1" destOrd="0" presId="urn:microsoft.com/office/officeart/2016/7/layout/BasicLinearProcessNumbered"/>
    <dgm:cxn modelId="{5B818CB0-FECF-7A49-84CB-79F4AC4E62AF}" type="presOf" srcId="{040C9553-563B-4C62-8134-34ACC3C6BBE3}" destId="{5B6E7F45-85E3-5845-BF7A-08BB1F3720F5}" srcOrd="0" destOrd="0" presId="urn:microsoft.com/office/officeart/2016/7/layout/BasicLinearProcessNumbered"/>
    <dgm:cxn modelId="{FE530AB2-A8A0-C340-8FD7-F85D1EED2A21}" type="presOf" srcId="{5A149652-5B5C-46A9-A3DE-789823585D31}" destId="{421BE20D-2281-1240-81DC-26CE538F2652}" srcOrd="0" destOrd="0" presId="urn:microsoft.com/office/officeart/2016/7/layout/BasicLinearProcessNumbered"/>
    <dgm:cxn modelId="{12267BBB-2701-1242-B88B-5A94A22B91F9}" type="presOf" srcId="{8C338993-4AA6-40CD-975B-B946A711D1C6}" destId="{A497DE0E-9C46-9E48-93C7-C3C3F8272A48}" srcOrd="0" destOrd="0" presId="urn:microsoft.com/office/officeart/2016/7/layout/BasicLinearProcessNumbered"/>
    <dgm:cxn modelId="{BB3EFABE-E3B1-474C-B7BB-4C42D32B4D9A}" srcId="{8C338993-4AA6-40CD-975B-B946A711D1C6}" destId="{E353AD4F-C164-4C88-890A-505CAA0C4B05}" srcOrd="1" destOrd="0" parTransId="{CE83DCF0-240D-4903-8188-46C20BA699A2}" sibTransId="{2F00483B-7418-4679-A08A-BBBF0BE2DAA2}"/>
    <dgm:cxn modelId="{84A8BCE9-275E-4FFA-91B5-83E286650210}" srcId="{8C338993-4AA6-40CD-975B-B946A711D1C6}" destId="{AFAA4490-AE56-450E-950A-6D26E1D32D4A}" srcOrd="2" destOrd="0" parTransId="{CF9CE72E-407D-44E8-8971-E9C7D9B71D85}" sibTransId="{040C9553-563B-4C62-8134-34ACC3C6BBE3}"/>
    <dgm:cxn modelId="{0D0B2BEE-D8EB-8B43-A80D-7DADF91F08BB}" type="presOf" srcId="{2F00483B-7418-4679-A08A-BBBF0BE2DAA2}" destId="{5FB01A17-526D-5A4D-B808-B2F4295A535F}" srcOrd="0" destOrd="0" presId="urn:microsoft.com/office/officeart/2016/7/layout/BasicLinearProcessNumbered"/>
    <dgm:cxn modelId="{324AC6EF-202B-884D-8C8F-D09F4DCA8C5A}" type="presOf" srcId="{E353AD4F-C164-4C88-890A-505CAA0C4B05}" destId="{E05A3170-766A-8E41-9CAE-E113CB43718E}" srcOrd="1" destOrd="0" presId="urn:microsoft.com/office/officeart/2016/7/layout/BasicLinearProcessNumbered"/>
    <dgm:cxn modelId="{5B4A01F1-BD2A-4349-8866-CBC236889BE8}" srcId="{8C338993-4AA6-40CD-975B-B946A711D1C6}" destId="{5A149652-5B5C-46A9-A3DE-789823585D31}" srcOrd="0" destOrd="0" parTransId="{1EDD641A-6A2F-4D34-8E6C-C643FA173180}" sibTransId="{F148F8A9-80DE-477D-A1B4-E67CC321CD68}"/>
    <dgm:cxn modelId="{69B9473E-4AEC-5F47-8C39-CF79B223F7B1}" type="presParOf" srcId="{A497DE0E-9C46-9E48-93C7-C3C3F8272A48}" destId="{5AB2DDDB-96BA-4C45-A70B-584A4B5D9EF2}" srcOrd="0" destOrd="0" presId="urn:microsoft.com/office/officeart/2016/7/layout/BasicLinearProcessNumbered"/>
    <dgm:cxn modelId="{36D644A8-F363-C349-9996-E6AC6992DD9A}" type="presParOf" srcId="{5AB2DDDB-96BA-4C45-A70B-584A4B5D9EF2}" destId="{421BE20D-2281-1240-81DC-26CE538F2652}" srcOrd="0" destOrd="0" presId="urn:microsoft.com/office/officeart/2016/7/layout/BasicLinearProcessNumbered"/>
    <dgm:cxn modelId="{9A6901F2-FC36-CC44-9188-9DB02E78EFF2}" type="presParOf" srcId="{5AB2DDDB-96BA-4C45-A70B-584A4B5D9EF2}" destId="{14DAE5BE-016A-F148-B3D0-A39F69477F8E}" srcOrd="1" destOrd="0" presId="urn:microsoft.com/office/officeart/2016/7/layout/BasicLinearProcessNumbered"/>
    <dgm:cxn modelId="{FB452394-EDDB-7C4E-91B2-BC16DB0ECD97}" type="presParOf" srcId="{5AB2DDDB-96BA-4C45-A70B-584A4B5D9EF2}" destId="{4A709E47-B370-814E-8C09-EC4042C11F50}" srcOrd="2" destOrd="0" presId="urn:microsoft.com/office/officeart/2016/7/layout/BasicLinearProcessNumbered"/>
    <dgm:cxn modelId="{F51CB44E-347A-DE4D-9117-AAA465D0EA33}" type="presParOf" srcId="{5AB2DDDB-96BA-4C45-A70B-584A4B5D9EF2}" destId="{5459B54B-6B07-8A4C-826E-14746B5DFED2}" srcOrd="3" destOrd="0" presId="urn:microsoft.com/office/officeart/2016/7/layout/BasicLinearProcessNumbered"/>
    <dgm:cxn modelId="{A46B0939-7468-F44F-A25C-5AF56CE66213}" type="presParOf" srcId="{A497DE0E-9C46-9E48-93C7-C3C3F8272A48}" destId="{EA641B88-5940-4C42-80F6-526B7E36F21B}" srcOrd="1" destOrd="0" presId="urn:microsoft.com/office/officeart/2016/7/layout/BasicLinearProcessNumbered"/>
    <dgm:cxn modelId="{D0323738-3F54-D947-B77C-67495A14290B}" type="presParOf" srcId="{A497DE0E-9C46-9E48-93C7-C3C3F8272A48}" destId="{8A548E21-8B2F-B14B-B453-271B56E0260A}" srcOrd="2" destOrd="0" presId="urn:microsoft.com/office/officeart/2016/7/layout/BasicLinearProcessNumbered"/>
    <dgm:cxn modelId="{831A0014-5A24-0448-8CF9-2EDC04E8DC5A}" type="presParOf" srcId="{8A548E21-8B2F-B14B-B453-271B56E0260A}" destId="{1858AC7A-A45D-8D49-9BC1-755D8E6A0149}" srcOrd="0" destOrd="0" presId="urn:microsoft.com/office/officeart/2016/7/layout/BasicLinearProcessNumbered"/>
    <dgm:cxn modelId="{11E64709-1883-3841-B34A-FDA5224E874B}" type="presParOf" srcId="{8A548E21-8B2F-B14B-B453-271B56E0260A}" destId="{5FB01A17-526D-5A4D-B808-B2F4295A535F}" srcOrd="1" destOrd="0" presId="urn:microsoft.com/office/officeart/2016/7/layout/BasicLinearProcessNumbered"/>
    <dgm:cxn modelId="{A28CF744-BB42-7941-B6C4-DD4CDCA8854A}" type="presParOf" srcId="{8A548E21-8B2F-B14B-B453-271B56E0260A}" destId="{9C4F11D1-BBFC-1941-A439-14EAB519FB26}" srcOrd="2" destOrd="0" presId="urn:microsoft.com/office/officeart/2016/7/layout/BasicLinearProcessNumbered"/>
    <dgm:cxn modelId="{B60936F1-EF5F-754E-8881-DE3F57CA5C10}" type="presParOf" srcId="{8A548E21-8B2F-B14B-B453-271B56E0260A}" destId="{E05A3170-766A-8E41-9CAE-E113CB43718E}" srcOrd="3" destOrd="0" presId="urn:microsoft.com/office/officeart/2016/7/layout/BasicLinearProcessNumbered"/>
    <dgm:cxn modelId="{06D30CC6-BA0E-174A-A0CB-0317F0E3B588}" type="presParOf" srcId="{A497DE0E-9C46-9E48-93C7-C3C3F8272A48}" destId="{73E9BB8D-3CDD-114F-B520-B03A5A5C09B3}" srcOrd="3" destOrd="0" presId="urn:microsoft.com/office/officeart/2016/7/layout/BasicLinearProcessNumbered"/>
    <dgm:cxn modelId="{19CCA8A0-8CD6-9249-917B-606FDBD64F7F}" type="presParOf" srcId="{A497DE0E-9C46-9E48-93C7-C3C3F8272A48}" destId="{A5CA7E41-B664-8848-875E-4AB2D7457A64}" srcOrd="4" destOrd="0" presId="urn:microsoft.com/office/officeart/2016/7/layout/BasicLinearProcessNumbered"/>
    <dgm:cxn modelId="{72879F4A-0A84-D043-9E31-B48592FA33DE}" type="presParOf" srcId="{A5CA7E41-B664-8848-875E-4AB2D7457A64}" destId="{E5F249E8-0BE2-B847-96F5-70E218280F6D}" srcOrd="0" destOrd="0" presId="urn:microsoft.com/office/officeart/2016/7/layout/BasicLinearProcessNumbered"/>
    <dgm:cxn modelId="{2AF64F31-0773-2647-A2DF-3A98720AA1A2}" type="presParOf" srcId="{A5CA7E41-B664-8848-875E-4AB2D7457A64}" destId="{5B6E7F45-85E3-5845-BF7A-08BB1F3720F5}" srcOrd="1" destOrd="0" presId="urn:microsoft.com/office/officeart/2016/7/layout/BasicLinearProcessNumbered"/>
    <dgm:cxn modelId="{C6B6686A-819E-0540-B29B-1A5664D7711B}" type="presParOf" srcId="{A5CA7E41-B664-8848-875E-4AB2D7457A64}" destId="{D152F39D-E4FA-3A47-BF94-4F46EC29EB31}" srcOrd="2" destOrd="0" presId="urn:microsoft.com/office/officeart/2016/7/layout/BasicLinearProcessNumbered"/>
    <dgm:cxn modelId="{7AA5DCE2-A3DF-574E-AAF9-35C0E35F16D8}" type="presParOf" srcId="{A5CA7E41-B664-8848-875E-4AB2D7457A64}" destId="{380B5E85-9C13-E54A-B251-F2ECF6AFC31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B8929-B1E5-46F5-B11C-C70C925945B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6F9F382-DA42-4C6C-A51E-15946F31132F}">
      <dgm:prSet/>
      <dgm:spPr/>
      <dgm:t>
        <a:bodyPr/>
        <a:lstStyle/>
        <a:p>
          <a:r>
            <a:rPr lang="en-US" b="1" i="0" baseline="0"/>
            <a:t>DHCP:</a:t>
          </a:r>
          <a:r>
            <a:rPr lang="en-US" b="0" i="0" baseline="0"/>
            <a:t> Automatikus IP-cím és hálózati konfiguráció kiosztása a klienseknek.</a:t>
          </a:r>
          <a:endParaRPr lang="en-US"/>
        </a:p>
      </dgm:t>
    </dgm:pt>
    <dgm:pt modelId="{CEBC7A2F-69D9-476D-9CD6-FA0242ED15E9}" type="parTrans" cxnId="{2875C7D3-A974-43E9-AC98-1602C01624A5}">
      <dgm:prSet/>
      <dgm:spPr/>
      <dgm:t>
        <a:bodyPr/>
        <a:lstStyle/>
        <a:p>
          <a:endParaRPr lang="en-US"/>
        </a:p>
      </dgm:t>
    </dgm:pt>
    <dgm:pt modelId="{89977039-F77F-4EEF-8A73-665A065E8068}" type="sibTrans" cxnId="{2875C7D3-A974-43E9-AC98-1602C01624A5}">
      <dgm:prSet/>
      <dgm:spPr/>
      <dgm:t>
        <a:bodyPr/>
        <a:lstStyle/>
        <a:p>
          <a:endParaRPr lang="en-US"/>
        </a:p>
      </dgm:t>
    </dgm:pt>
    <dgm:pt modelId="{E2A8F1D6-701E-4D12-9030-6E4777B7763E}">
      <dgm:prSet/>
      <dgm:spPr/>
      <dgm:t>
        <a:bodyPr/>
        <a:lstStyle/>
        <a:p>
          <a:r>
            <a:rPr lang="en-US" b="1" i="0" baseline="0"/>
            <a:t>DNS:</a:t>
          </a:r>
          <a:r>
            <a:rPr lang="en-US" b="0" i="0" baseline="0"/>
            <a:t> Domain nevek IP-címekké alakítása a belső szolgáltatások eléréséhez.</a:t>
          </a:r>
          <a:endParaRPr lang="en-US"/>
        </a:p>
      </dgm:t>
    </dgm:pt>
    <dgm:pt modelId="{B0E0DAA8-32E9-40FE-90E7-0452734D5A99}" type="parTrans" cxnId="{DCBCC999-C95A-4E38-8F80-E9E5A4992952}">
      <dgm:prSet/>
      <dgm:spPr/>
      <dgm:t>
        <a:bodyPr/>
        <a:lstStyle/>
        <a:p>
          <a:endParaRPr lang="en-US"/>
        </a:p>
      </dgm:t>
    </dgm:pt>
    <dgm:pt modelId="{F1E700F0-F402-4666-87EB-793ABBF05330}" type="sibTrans" cxnId="{DCBCC999-C95A-4E38-8F80-E9E5A4992952}">
      <dgm:prSet/>
      <dgm:spPr/>
      <dgm:t>
        <a:bodyPr/>
        <a:lstStyle/>
        <a:p>
          <a:endParaRPr lang="en-US"/>
        </a:p>
      </dgm:t>
    </dgm:pt>
    <dgm:pt modelId="{840521DD-D414-4D74-80F7-EEC0C225C79C}">
      <dgm:prSet/>
      <dgm:spPr/>
      <dgm:t>
        <a:bodyPr/>
        <a:lstStyle/>
        <a:p>
          <a:r>
            <a:rPr lang="en-US" b="1" i="0" baseline="0"/>
            <a:t>STP (Spanning Tree Protocol):</a:t>
          </a:r>
          <a:r>
            <a:rPr lang="en-US" b="0" i="0" baseline="0"/>
            <a:t> Hálózati hurkok megakadályozása a stabilitás érdekében.</a:t>
          </a:r>
          <a:endParaRPr lang="en-US"/>
        </a:p>
      </dgm:t>
    </dgm:pt>
    <dgm:pt modelId="{7C629FFA-3057-4D75-8FA1-AA7105C9717B}" type="parTrans" cxnId="{F2103DF1-5E01-44E4-BB02-F26943C87428}">
      <dgm:prSet/>
      <dgm:spPr/>
      <dgm:t>
        <a:bodyPr/>
        <a:lstStyle/>
        <a:p>
          <a:endParaRPr lang="en-US"/>
        </a:p>
      </dgm:t>
    </dgm:pt>
    <dgm:pt modelId="{B09A5CBC-8B73-4671-851D-D5A4D2E200AB}" type="sibTrans" cxnId="{F2103DF1-5E01-44E4-BB02-F26943C87428}">
      <dgm:prSet/>
      <dgm:spPr/>
      <dgm:t>
        <a:bodyPr/>
        <a:lstStyle/>
        <a:p>
          <a:endParaRPr lang="en-US"/>
        </a:p>
      </dgm:t>
    </dgm:pt>
    <dgm:pt modelId="{0B69FD3D-610C-D347-AD0D-9A17135C76D3}" type="pres">
      <dgm:prSet presAssocID="{673B8929-B1E5-46F5-B11C-C70C925945B3}" presName="linear" presStyleCnt="0">
        <dgm:presLayoutVars>
          <dgm:animLvl val="lvl"/>
          <dgm:resizeHandles val="exact"/>
        </dgm:presLayoutVars>
      </dgm:prSet>
      <dgm:spPr/>
    </dgm:pt>
    <dgm:pt modelId="{1BCC2669-3D70-5E46-A127-BE37E9AD0E1D}" type="pres">
      <dgm:prSet presAssocID="{46F9F382-DA42-4C6C-A51E-15946F31132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6E8DC70-5CEF-694A-A791-FE90027EBC61}" type="pres">
      <dgm:prSet presAssocID="{89977039-F77F-4EEF-8A73-665A065E8068}" presName="spacer" presStyleCnt="0"/>
      <dgm:spPr/>
    </dgm:pt>
    <dgm:pt modelId="{060CE3E9-6ACB-074A-8F26-E62F2D9D079B}" type="pres">
      <dgm:prSet presAssocID="{E2A8F1D6-701E-4D12-9030-6E4777B7763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A3545F8-DF22-1C4C-8194-C82BDFF7903B}" type="pres">
      <dgm:prSet presAssocID="{F1E700F0-F402-4666-87EB-793ABBF05330}" presName="spacer" presStyleCnt="0"/>
      <dgm:spPr/>
    </dgm:pt>
    <dgm:pt modelId="{0FE5EEFA-19DD-FE40-995C-9036C59093B9}" type="pres">
      <dgm:prSet presAssocID="{840521DD-D414-4D74-80F7-EEC0C225C79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FD7A227-3005-B14D-9A3D-72985B61A05F}" type="presOf" srcId="{46F9F382-DA42-4C6C-A51E-15946F31132F}" destId="{1BCC2669-3D70-5E46-A127-BE37E9AD0E1D}" srcOrd="0" destOrd="0" presId="urn:microsoft.com/office/officeart/2005/8/layout/vList2"/>
    <dgm:cxn modelId="{71A3D54D-9DA4-D34A-A696-709DC6556380}" type="presOf" srcId="{E2A8F1D6-701E-4D12-9030-6E4777B7763E}" destId="{060CE3E9-6ACB-074A-8F26-E62F2D9D079B}" srcOrd="0" destOrd="0" presId="urn:microsoft.com/office/officeart/2005/8/layout/vList2"/>
    <dgm:cxn modelId="{DDFCCB7B-FF7B-5A40-A718-36981039BC9F}" type="presOf" srcId="{673B8929-B1E5-46F5-B11C-C70C925945B3}" destId="{0B69FD3D-610C-D347-AD0D-9A17135C76D3}" srcOrd="0" destOrd="0" presId="urn:microsoft.com/office/officeart/2005/8/layout/vList2"/>
    <dgm:cxn modelId="{DCBCC999-C95A-4E38-8F80-E9E5A4992952}" srcId="{673B8929-B1E5-46F5-B11C-C70C925945B3}" destId="{E2A8F1D6-701E-4D12-9030-6E4777B7763E}" srcOrd="1" destOrd="0" parTransId="{B0E0DAA8-32E9-40FE-90E7-0452734D5A99}" sibTransId="{F1E700F0-F402-4666-87EB-793ABBF05330}"/>
    <dgm:cxn modelId="{2875C7D3-A974-43E9-AC98-1602C01624A5}" srcId="{673B8929-B1E5-46F5-B11C-C70C925945B3}" destId="{46F9F382-DA42-4C6C-A51E-15946F31132F}" srcOrd="0" destOrd="0" parTransId="{CEBC7A2F-69D9-476D-9CD6-FA0242ED15E9}" sibTransId="{89977039-F77F-4EEF-8A73-665A065E8068}"/>
    <dgm:cxn modelId="{F4259CDB-CC25-BF40-8E39-CFA182F9DD5A}" type="presOf" srcId="{840521DD-D414-4D74-80F7-EEC0C225C79C}" destId="{0FE5EEFA-19DD-FE40-995C-9036C59093B9}" srcOrd="0" destOrd="0" presId="urn:microsoft.com/office/officeart/2005/8/layout/vList2"/>
    <dgm:cxn modelId="{F2103DF1-5E01-44E4-BB02-F26943C87428}" srcId="{673B8929-B1E5-46F5-B11C-C70C925945B3}" destId="{840521DD-D414-4D74-80F7-EEC0C225C79C}" srcOrd="2" destOrd="0" parTransId="{7C629FFA-3057-4D75-8FA1-AA7105C9717B}" sibTransId="{B09A5CBC-8B73-4671-851D-D5A4D2E200AB}"/>
    <dgm:cxn modelId="{50CFEA8D-1937-E34A-97BE-F592FD3FA783}" type="presParOf" srcId="{0B69FD3D-610C-D347-AD0D-9A17135C76D3}" destId="{1BCC2669-3D70-5E46-A127-BE37E9AD0E1D}" srcOrd="0" destOrd="0" presId="urn:microsoft.com/office/officeart/2005/8/layout/vList2"/>
    <dgm:cxn modelId="{0266736B-2ABB-C642-AF53-D34619A0E21C}" type="presParOf" srcId="{0B69FD3D-610C-D347-AD0D-9A17135C76D3}" destId="{46E8DC70-5CEF-694A-A791-FE90027EBC61}" srcOrd="1" destOrd="0" presId="urn:microsoft.com/office/officeart/2005/8/layout/vList2"/>
    <dgm:cxn modelId="{45CB031A-6C6A-CE42-98CF-CE9820799C9A}" type="presParOf" srcId="{0B69FD3D-610C-D347-AD0D-9A17135C76D3}" destId="{060CE3E9-6ACB-074A-8F26-E62F2D9D079B}" srcOrd="2" destOrd="0" presId="urn:microsoft.com/office/officeart/2005/8/layout/vList2"/>
    <dgm:cxn modelId="{449FBEA4-EA28-AC48-A1E4-3C9163125AE0}" type="presParOf" srcId="{0B69FD3D-610C-D347-AD0D-9A17135C76D3}" destId="{5A3545F8-DF22-1C4C-8194-C82BDFF7903B}" srcOrd="3" destOrd="0" presId="urn:microsoft.com/office/officeart/2005/8/layout/vList2"/>
    <dgm:cxn modelId="{D6BF3D0C-5F70-934F-B693-585AE6BC92EF}" type="presParOf" srcId="{0B69FD3D-610C-D347-AD0D-9A17135C76D3}" destId="{0FE5EEFA-19DD-FE40-995C-9036C59093B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0C429D-50EE-4369-BABC-80EF75C65A2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B7FAE75-549E-4E42-B077-A1F837A968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Biztonság:</a:t>
          </a:r>
          <a:endParaRPr lang="en-US"/>
        </a:p>
      </dgm:t>
    </dgm:pt>
    <dgm:pt modelId="{1B50FA60-7FC3-044E-A3FA-A411F5EB4D4A}" type="parTrans" cxnId="{940208BE-784B-A34E-AEDC-555B0A176443}">
      <dgm:prSet/>
      <dgm:spPr/>
      <dgm:t>
        <a:bodyPr/>
        <a:lstStyle/>
        <a:p>
          <a:endParaRPr lang="en-US"/>
        </a:p>
      </dgm:t>
    </dgm:pt>
    <dgm:pt modelId="{32562969-5B73-C04A-98D0-8E942D16E8C3}" type="sibTrans" cxnId="{940208BE-784B-A34E-AEDC-555B0A17644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E92C6F7-0766-0C42-B9C3-3B76663028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Port security:</a:t>
          </a:r>
          <a:r>
            <a:rPr lang="en-US"/>
            <a:t> MAC-cím alapú korlátozás a switcheken.</a:t>
          </a:r>
        </a:p>
      </dgm:t>
    </dgm:pt>
    <dgm:pt modelId="{B7DD12CD-240A-2F40-9445-FBD024BD2ED2}" type="parTrans" cxnId="{7000BF5B-DFBF-B54C-B18D-4BAA88DA482F}">
      <dgm:prSet/>
      <dgm:spPr/>
      <dgm:t>
        <a:bodyPr/>
        <a:lstStyle/>
        <a:p>
          <a:endParaRPr lang="en-US"/>
        </a:p>
      </dgm:t>
    </dgm:pt>
    <dgm:pt modelId="{8E3B1644-535F-5E4F-88E9-E3566B7BA073}" type="sibTrans" cxnId="{7000BF5B-DFBF-B54C-B18D-4BAA88DA48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A51EC4-BFBA-C746-85A0-AC09CF4542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ACL (Access Control List):</a:t>
          </a:r>
          <a:r>
            <a:rPr lang="en-US"/>
            <a:t> Hozzáférés szabályozása a szerverekhez.</a:t>
          </a:r>
        </a:p>
      </dgm:t>
    </dgm:pt>
    <dgm:pt modelId="{75B9A998-71DA-204D-827A-8A4FEDCDCB15}" type="parTrans" cxnId="{FD812D33-059E-A64B-8C61-6A2FEF954499}">
      <dgm:prSet/>
      <dgm:spPr/>
      <dgm:t>
        <a:bodyPr/>
        <a:lstStyle/>
        <a:p>
          <a:endParaRPr lang="en-US"/>
        </a:p>
      </dgm:t>
    </dgm:pt>
    <dgm:pt modelId="{83670155-38B4-B34E-BD4D-7805CAAE488A}" type="sibTrans" cxnId="{FD812D33-059E-A64B-8C61-6A2FEF9544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D6BA9B-DAAE-5C43-B80F-721F0D7710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Diagnosztika:</a:t>
          </a:r>
          <a:endParaRPr lang="en-US"/>
        </a:p>
      </dgm:t>
    </dgm:pt>
    <dgm:pt modelId="{BA6C8C45-4CF1-8C42-B857-70F2E43B835B}" type="parTrans" cxnId="{FD33E4F0-B00C-EA4D-8D22-5A26B0B59AF1}">
      <dgm:prSet/>
      <dgm:spPr/>
      <dgm:t>
        <a:bodyPr/>
        <a:lstStyle/>
        <a:p>
          <a:endParaRPr lang="en-US"/>
        </a:p>
      </dgm:t>
    </dgm:pt>
    <dgm:pt modelId="{82A9414D-9722-DA4F-B53E-52576BD4642D}" type="sibTrans" cxnId="{FD33E4F0-B00C-EA4D-8D22-5A26B0B59A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F8C18EF-7AA2-4945-B7B7-B30DD31ADA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Kapcsolat ellenőrzése Ping és Traceroute segítségével.</a:t>
          </a:r>
        </a:p>
      </dgm:t>
    </dgm:pt>
    <dgm:pt modelId="{C1E87324-8B8A-4149-8BA1-C76100F3E2A2}" type="parTrans" cxnId="{F27CF912-72D2-9444-B615-89F17EDF2DF6}">
      <dgm:prSet/>
      <dgm:spPr/>
      <dgm:t>
        <a:bodyPr/>
        <a:lstStyle/>
        <a:p>
          <a:endParaRPr lang="en-US"/>
        </a:p>
      </dgm:t>
    </dgm:pt>
    <dgm:pt modelId="{1ADE17C8-66C5-8C46-8C2E-07F137A1D567}" type="sibTrans" cxnId="{F27CF912-72D2-9444-B615-89F17EDF2DF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8435B60-8130-3440-BF23-3121B06E9C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DHCP és DNS hibák felismerése és elhárítása</a:t>
          </a:r>
        </a:p>
      </dgm:t>
    </dgm:pt>
    <dgm:pt modelId="{F0E38FC7-68B0-184C-A377-838A10F48840}" type="parTrans" cxnId="{B9381FB0-AE7A-774D-954D-2050731BAABA}">
      <dgm:prSet/>
      <dgm:spPr/>
      <dgm:t>
        <a:bodyPr/>
        <a:lstStyle/>
        <a:p>
          <a:endParaRPr lang="en-US"/>
        </a:p>
      </dgm:t>
    </dgm:pt>
    <dgm:pt modelId="{4380632A-BA1D-4E4F-821E-6B17E02E534D}" type="sibTrans" cxnId="{B9381FB0-AE7A-774D-954D-2050731BAABA}">
      <dgm:prSet/>
      <dgm:spPr/>
      <dgm:t>
        <a:bodyPr/>
        <a:lstStyle/>
        <a:p>
          <a:endParaRPr lang="en-US"/>
        </a:p>
      </dgm:t>
    </dgm:pt>
    <dgm:pt modelId="{DAF27769-6AF5-4CE6-BB64-EDE7E66FED64}" type="pres">
      <dgm:prSet presAssocID="{A60C429D-50EE-4369-BABC-80EF75C65A28}" presName="root" presStyleCnt="0">
        <dgm:presLayoutVars>
          <dgm:dir/>
          <dgm:resizeHandles val="exact"/>
        </dgm:presLayoutVars>
      </dgm:prSet>
      <dgm:spPr/>
    </dgm:pt>
    <dgm:pt modelId="{BE4128C2-2B8F-4A47-B5B7-E890E26066BD}" type="pres">
      <dgm:prSet presAssocID="{A60C429D-50EE-4369-BABC-80EF75C65A28}" presName="container" presStyleCnt="0">
        <dgm:presLayoutVars>
          <dgm:dir/>
          <dgm:resizeHandles val="exact"/>
        </dgm:presLayoutVars>
      </dgm:prSet>
      <dgm:spPr/>
    </dgm:pt>
    <dgm:pt modelId="{40D0A58E-34FA-4878-AEBD-DB09C4D71E69}" type="pres">
      <dgm:prSet presAssocID="{0B7FAE75-549E-4E42-B077-A1F837A968B5}" presName="compNode" presStyleCnt="0"/>
      <dgm:spPr/>
    </dgm:pt>
    <dgm:pt modelId="{91696822-62B8-467C-9EE7-3D428EA18BCA}" type="pres">
      <dgm:prSet presAssocID="{0B7FAE75-549E-4E42-B077-A1F837A968B5}" presName="iconBgRect" presStyleLbl="bgShp" presStyleIdx="0" presStyleCnt="6"/>
      <dgm:spPr/>
    </dgm:pt>
    <dgm:pt modelId="{170AA1B5-AC47-4580-8604-EFC51E62F729}" type="pres">
      <dgm:prSet presAssocID="{0B7FAE75-549E-4E42-B077-A1F837A968B5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A8A4159A-BE3C-40F2-A042-0728D6F93398}" type="pres">
      <dgm:prSet presAssocID="{0B7FAE75-549E-4E42-B077-A1F837A968B5}" presName="spaceRect" presStyleCnt="0"/>
      <dgm:spPr/>
    </dgm:pt>
    <dgm:pt modelId="{D97226BF-2F4D-4A1D-8DE7-FDA9259B3312}" type="pres">
      <dgm:prSet presAssocID="{0B7FAE75-549E-4E42-B077-A1F837A968B5}" presName="textRect" presStyleLbl="revTx" presStyleIdx="0" presStyleCnt="6">
        <dgm:presLayoutVars>
          <dgm:chMax val="1"/>
          <dgm:chPref val="1"/>
        </dgm:presLayoutVars>
      </dgm:prSet>
      <dgm:spPr/>
    </dgm:pt>
    <dgm:pt modelId="{93BF624F-18C5-4404-9A65-B3FCCEFC160D}" type="pres">
      <dgm:prSet presAssocID="{32562969-5B73-C04A-98D0-8E942D16E8C3}" presName="sibTrans" presStyleLbl="sibTrans2D1" presStyleIdx="0" presStyleCnt="0"/>
      <dgm:spPr/>
    </dgm:pt>
    <dgm:pt modelId="{7A0F03BB-D8B5-4B7C-93D6-9272209F0FD5}" type="pres">
      <dgm:prSet presAssocID="{4E92C6F7-0766-0C42-B9C3-3B7666302896}" presName="compNode" presStyleCnt="0"/>
      <dgm:spPr/>
    </dgm:pt>
    <dgm:pt modelId="{63E4BF07-A372-401B-BBA0-96F375E8E57E}" type="pres">
      <dgm:prSet presAssocID="{4E92C6F7-0766-0C42-B9C3-3B7666302896}" presName="iconBgRect" presStyleLbl="bgShp" presStyleIdx="1" presStyleCnt="6"/>
      <dgm:spPr/>
    </dgm:pt>
    <dgm:pt modelId="{2ED25B0A-575F-4B42-ADAD-8DD484631F4E}" type="pres">
      <dgm:prSet presAssocID="{4E92C6F7-0766-0C42-B9C3-3B766630289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3577E5D-40A4-4553-8353-335CE9F04F13}" type="pres">
      <dgm:prSet presAssocID="{4E92C6F7-0766-0C42-B9C3-3B7666302896}" presName="spaceRect" presStyleCnt="0"/>
      <dgm:spPr/>
    </dgm:pt>
    <dgm:pt modelId="{0B7D53F7-0302-49BC-BFF1-92E32571DD0A}" type="pres">
      <dgm:prSet presAssocID="{4E92C6F7-0766-0C42-B9C3-3B7666302896}" presName="textRect" presStyleLbl="revTx" presStyleIdx="1" presStyleCnt="6">
        <dgm:presLayoutVars>
          <dgm:chMax val="1"/>
          <dgm:chPref val="1"/>
        </dgm:presLayoutVars>
      </dgm:prSet>
      <dgm:spPr/>
    </dgm:pt>
    <dgm:pt modelId="{0C1ACFD7-3E09-4B70-B259-83009FE514A8}" type="pres">
      <dgm:prSet presAssocID="{8E3B1644-535F-5E4F-88E9-E3566B7BA073}" presName="sibTrans" presStyleLbl="sibTrans2D1" presStyleIdx="0" presStyleCnt="0"/>
      <dgm:spPr/>
    </dgm:pt>
    <dgm:pt modelId="{C21EC0FC-1DF2-4487-813C-7476EDD18337}" type="pres">
      <dgm:prSet presAssocID="{29A51EC4-BFBA-C746-85A0-AC09CF4542C3}" presName="compNode" presStyleCnt="0"/>
      <dgm:spPr/>
    </dgm:pt>
    <dgm:pt modelId="{29FADCD3-6315-4F5D-9883-B2BD649C32F3}" type="pres">
      <dgm:prSet presAssocID="{29A51EC4-BFBA-C746-85A0-AC09CF4542C3}" presName="iconBgRect" presStyleLbl="bgShp" presStyleIdx="2" presStyleCnt="6"/>
      <dgm:spPr/>
    </dgm:pt>
    <dgm:pt modelId="{B34D2C24-E886-4453-91D0-F3A604262DFC}" type="pres">
      <dgm:prSet presAssocID="{29A51EC4-BFBA-C746-85A0-AC09CF4542C3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B2FF033-AB2B-4243-9149-4671ACDE2994}" type="pres">
      <dgm:prSet presAssocID="{29A51EC4-BFBA-C746-85A0-AC09CF4542C3}" presName="spaceRect" presStyleCnt="0"/>
      <dgm:spPr/>
    </dgm:pt>
    <dgm:pt modelId="{FB9EC9DE-3233-429A-8EC8-54755A8FE544}" type="pres">
      <dgm:prSet presAssocID="{29A51EC4-BFBA-C746-85A0-AC09CF4542C3}" presName="textRect" presStyleLbl="revTx" presStyleIdx="2" presStyleCnt="6">
        <dgm:presLayoutVars>
          <dgm:chMax val="1"/>
          <dgm:chPref val="1"/>
        </dgm:presLayoutVars>
      </dgm:prSet>
      <dgm:spPr/>
    </dgm:pt>
    <dgm:pt modelId="{3EA060C4-3EF9-4A10-B480-053EDC335086}" type="pres">
      <dgm:prSet presAssocID="{83670155-38B4-B34E-BD4D-7805CAAE488A}" presName="sibTrans" presStyleLbl="sibTrans2D1" presStyleIdx="0" presStyleCnt="0"/>
      <dgm:spPr/>
    </dgm:pt>
    <dgm:pt modelId="{355731DA-09C0-413C-9814-A43140D0C32E}" type="pres">
      <dgm:prSet presAssocID="{2CD6BA9B-DAAE-5C43-B80F-721F0D7710B1}" presName="compNode" presStyleCnt="0"/>
      <dgm:spPr/>
    </dgm:pt>
    <dgm:pt modelId="{1DF9FA90-6E7B-4E91-B7AE-A1614C06F849}" type="pres">
      <dgm:prSet presAssocID="{2CD6BA9B-DAAE-5C43-B80F-721F0D7710B1}" presName="iconBgRect" presStyleLbl="bgShp" presStyleIdx="3" presStyleCnt="6"/>
      <dgm:spPr/>
    </dgm:pt>
    <dgm:pt modelId="{8C2C99A5-AF01-47ED-B87B-EC0E9080F88A}" type="pres">
      <dgm:prSet presAssocID="{2CD6BA9B-DAAE-5C43-B80F-721F0D7710B1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"/>
        </a:ext>
      </dgm:extLst>
    </dgm:pt>
    <dgm:pt modelId="{CBA532B5-2597-4FE0-AC45-5E086E0126B5}" type="pres">
      <dgm:prSet presAssocID="{2CD6BA9B-DAAE-5C43-B80F-721F0D7710B1}" presName="spaceRect" presStyleCnt="0"/>
      <dgm:spPr/>
    </dgm:pt>
    <dgm:pt modelId="{FFB9E013-9457-485C-A5A9-56081B901664}" type="pres">
      <dgm:prSet presAssocID="{2CD6BA9B-DAAE-5C43-B80F-721F0D7710B1}" presName="textRect" presStyleLbl="revTx" presStyleIdx="3" presStyleCnt="6">
        <dgm:presLayoutVars>
          <dgm:chMax val="1"/>
          <dgm:chPref val="1"/>
        </dgm:presLayoutVars>
      </dgm:prSet>
      <dgm:spPr/>
    </dgm:pt>
    <dgm:pt modelId="{2EE5F0FD-7E90-4889-86BF-490EEEB8CC3E}" type="pres">
      <dgm:prSet presAssocID="{82A9414D-9722-DA4F-B53E-52576BD4642D}" presName="sibTrans" presStyleLbl="sibTrans2D1" presStyleIdx="0" presStyleCnt="0"/>
      <dgm:spPr/>
    </dgm:pt>
    <dgm:pt modelId="{6D4AA1A3-BE60-4375-9195-4817D89E3025}" type="pres">
      <dgm:prSet presAssocID="{9F8C18EF-7AA2-4945-B7B7-B30DD31ADAF1}" presName="compNode" presStyleCnt="0"/>
      <dgm:spPr/>
    </dgm:pt>
    <dgm:pt modelId="{C5233196-C3BC-43F4-B2E2-4C7C7E8854A2}" type="pres">
      <dgm:prSet presAssocID="{9F8C18EF-7AA2-4945-B7B7-B30DD31ADAF1}" presName="iconBgRect" presStyleLbl="bgShp" presStyleIdx="4" presStyleCnt="6"/>
      <dgm:spPr/>
    </dgm:pt>
    <dgm:pt modelId="{6FB8953F-1A5C-4163-B10A-62216D95CAC4}" type="pres">
      <dgm:prSet presAssocID="{9F8C18EF-7AA2-4945-B7B7-B30DD31ADAF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CBCEC8D4-93D6-42B8-A03E-E161F97DF3FD}" type="pres">
      <dgm:prSet presAssocID="{9F8C18EF-7AA2-4945-B7B7-B30DD31ADAF1}" presName="spaceRect" presStyleCnt="0"/>
      <dgm:spPr/>
    </dgm:pt>
    <dgm:pt modelId="{561D8588-830F-4319-A5C8-74ED83A717C0}" type="pres">
      <dgm:prSet presAssocID="{9F8C18EF-7AA2-4945-B7B7-B30DD31ADAF1}" presName="textRect" presStyleLbl="revTx" presStyleIdx="4" presStyleCnt="6">
        <dgm:presLayoutVars>
          <dgm:chMax val="1"/>
          <dgm:chPref val="1"/>
        </dgm:presLayoutVars>
      </dgm:prSet>
      <dgm:spPr/>
    </dgm:pt>
    <dgm:pt modelId="{9F8D134B-7018-4901-9FC2-0C07F0797FF6}" type="pres">
      <dgm:prSet presAssocID="{1ADE17C8-66C5-8C46-8C2E-07F137A1D567}" presName="sibTrans" presStyleLbl="sibTrans2D1" presStyleIdx="0" presStyleCnt="0"/>
      <dgm:spPr/>
    </dgm:pt>
    <dgm:pt modelId="{15B9B16B-47DE-4091-8893-42671B3EF9E7}" type="pres">
      <dgm:prSet presAssocID="{C8435B60-8130-3440-BF23-3121B06E9CD3}" presName="compNode" presStyleCnt="0"/>
      <dgm:spPr/>
    </dgm:pt>
    <dgm:pt modelId="{0BC88469-8F8B-4962-9244-F8EF7C677705}" type="pres">
      <dgm:prSet presAssocID="{C8435B60-8130-3440-BF23-3121B06E9CD3}" presName="iconBgRect" presStyleLbl="bgShp" presStyleIdx="5" presStyleCnt="6"/>
      <dgm:spPr/>
    </dgm:pt>
    <dgm:pt modelId="{CFF98B0F-AD80-4896-9F34-7EAB900E88B9}" type="pres">
      <dgm:prSet presAssocID="{C8435B60-8130-3440-BF23-3121B06E9CD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3E8280C-9464-4C5B-AE61-A446A2C972CE}" type="pres">
      <dgm:prSet presAssocID="{C8435B60-8130-3440-BF23-3121B06E9CD3}" presName="spaceRect" presStyleCnt="0"/>
      <dgm:spPr/>
    </dgm:pt>
    <dgm:pt modelId="{8B01B727-E54A-4521-ABD4-2F63FB97F7BB}" type="pres">
      <dgm:prSet presAssocID="{C8435B60-8130-3440-BF23-3121B06E9CD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9B36101-22B4-B74C-9967-1CF89A02C7C5}" type="presOf" srcId="{8E3B1644-535F-5E4F-88E9-E3566B7BA073}" destId="{0C1ACFD7-3E09-4B70-B259-83009FE514A8}" srcOrd="0" destOrd="0" presId="urn:microsoft.com/office/officeart/2018/2/layout/IconCircleList"/>
    <dgm:cxn modelId="{F27CF912-72D2-9444-B615-89F17EDF2DF6}" srcId="{A60C429D-50EE-4369-BABC-80EF75C65A28}" destId="{9F8C18EF-7AA2-4945-B7B7-B30DD31ADAF1}" srcOrd="4" destOrd="0" parTransId="{C1E87324-8B8A-4149-8BA1-C76100F3E2A2}" sibTransId="{1ADE17C8-66C5-8C46-8C2E-07F137A1D567}"/>
    <dgm:cxn modelId="{D17DEF26-B50F-054E-B190-B25BC56861C5}" type="presOf" srcId="{4E92C6F7-0766-0C42-B9C3-3B7666302896}" destId="{0B7D53F7-0302-49BC-BFF1-92E32571DD0A}" srcOrd="0" destOrd="0" presId="urn:microsoft.com/office/officeart/2018/2/layout/IconCircleList"/>
    <dgm:cxn modelId="{8BD54D2E-F5EA-7A45-83E5-3033366DF541}" type="presOf" srcId="{0B7FAE75-549E-4E42-B077-A1F837A968B5}" destId="{D97226BF-2F4D-4A1D-8DE7-FDA9259B3312}" srcOrd="0" destOrd="0" presId="urn:microsoft.com/office/officeart/2018/2/layout/IconCircleList"/>
    <dgm:cxn modelId="{F5876E32-6DA4-DD49-A8E8-CB6F86487183}" type="presOf" srcId="{32562969-5B73-C04A-98D0-8E942D16E8C3}" destId="{93BF624F-18C5-4404-9A65-B3FCCEFC160D}" srcOrd="0" destOrd="0" presId="urn:microsoft.com/office/officeart/2018/2/layout/IconCircleList"/>
    <dgm:cxn modelId="{FD812D33-059E-A64B-8C61-6A2FEF954499}" srcId="{A60C429D-50EE-4369-BABC-80EF75C65A28}" destId="{29A51EC4-BFBA-C746-85A0-AC09CF4542C3}" srcOrd="2" destOrd="0" parTransId="{75B9A998-71DA-204D-827A-8A4FEDCDCB15}" sibTransId="{83670155-38B4-B34E-BD4D-7805CAAE488A}"/>
    <dgm:cxn modelId="{E1A2FD53-3710-A146-905F-A39636E8E278}" type="presOf" srcId="{1ADE17C8-66C5-8C46-8C2E-07F137A1D567}" destId="{9F8D134B-7018-4901-9FC2-0C07F0797FF6}" srcOrd="0" destOrd="0" presId="urn:microsoft.com/office/officeart/2018/2/layout/IconCircleList"/>
    <dgm:cxn modelId="{03B34459-C8BF-D14D-9AD8-A6C8D9928850}" type="presOf" srcId="{9F8C18EF-7AA2-4945-B7B7-B30DD31ADAF1}" destId="{561D8588-830F-4319-A5C8-74ED83A717C0}" srcOrd="0" destOrd="0" presId="urn:microsoft.com/office/officeart/2018/2/layout/IconCircleList"/>
    <dgm:cxn modelId="{7000BF5B-DFBF-B54C-B18D-4BAA88DA482F}" srcId="{A60C429D-50EE-4369-BABC-80EF75C65A28}" destId="{4E92C6F7-0766-0C42-B9C3-3B7666302896}" srcOrd="1" destOrd="0" parTransId="{B7DD12CD-240A-2F40-9445-FBD024BD2ED2}" sibTransId="{8E3B1644-535F-5E4F-88E9-E3566B7BA073}"/>
    <dgm:cxn modelId="{5E27CB5D-EFBF-F34A-AC4A-09D7297FA139}" type="presOf" srcId="{A60C429D-50EE-4369-BABC-80EF75C65A28}" destId="{DAF27769-6AF5-4CE6-BB64-EDE7E66FED64}" srcOrd="0" destOrd="0" presId="urn:microsoft.com/office/officeart/2018/2/layout/IconCircleList"/>
    <dgm:cxn modelId="{A7A8219A-C500-6C42-9322-A0B6A2D93EB1}" type="presOf" srcId="{2CD6BA9B-DAAE-5C43-B80F-721F0D7710B1}" destId="{FFB9E013-9457-485C-A5A9-56081B901664}" srcOrd="0" destOrd="0" presId="urn:microsoft.com/office/officeart/2018/2/layout/IconCircleList"/>
    <dgm:cxn modelId="{B9381FB0-AE7A-774D-954D-2050731BAABA}" srcId="{A60C429D-50EE-4369-BABC-80EF75C65A28}" destId="{C8435B60-8130-3440-BF23-3121B06E9CD3}" srcOrd="5" destOrd="0" parTransId="{F0E38FC7-68B0-184C-A377-838A10F48840}" sibTransId="{4380632A-BA1D-4E4F-821E-6B17E02E534D}"/>
    <dgm:cxn modelId="{940208BE-784B-A34E-AEDC-555B0A176443}" srcId="{A60C429D-50EE-4369-BABC-80EF75C65A28}" destId="{0B7FAE75-549E-4E42-B077-A1F837A968B5}" srcOrd="0" destOrd="0" parTransId="{1B50FA60-7FC3-044E-A3FA-A411F5EB4D4A}" sibTransId="{32562969-5B73-C04A-98D0-8E942D16E8C3}"/>
    <dgm:cxn modelId="{0A0131C8-C915-FA42-A717-B4607408EAEF}" type="presOf" srcId="{C8435B60-8130-3440-BF23-3121B06E9CD3}" destId="{8B01B727-E54A-4521-ABD4-2F63FB97F7BB}" srcOrd="0" destOrd="0" presId="urn:microsoft.com/office/officeart/2018/2/layout/IconCircleList"/>
    <dgm:cxn modelId="{FE4427CD-8572-A14C-8051-86A93FD3CE94}" type="presOf" srcId="{82A9414D-9722-DA4F-B53E-52576BD4642D}" destId="{2EE5F0FD-7E90-4889-86BF-490EEEB8CC3E}" srcOrd="0" destOrd="0" presId="urn:microsoft.com/office/officeart/2018/2/layout/IconCircleList"/>
    <dgm:cxn modelId="{6277BAE3-FFAA-0A48-ADFB-F4F211DF6915}" type="presOf" srcId="{29A51EC4-BFBA-C746-85A0-AC09CF4542C3}" destId="{FB9EC9DE-3233-429A-8EC8-54755A8FE544}" srcOrd="0" destOrd="0" presId="urn:microsoft.com/office/officeart/2018/2/layout/IconCircleList"/>
    <dgm:cxn modelId="{FD33E4F0-B00C-EA4D-8D22-5A26B0B59AF1}" srcId="{A60C429D-50EE-4369-BABC-80EF75C65A28}" destId="{2CD6BA9B-DAAE-5C43-B80F-721F0D7710B1}" srcOrd="3" destOrd="0" parTransId="{BA6C8C45-4CF1-8C42-B857-70F2E43B835B}" sibTransId="{82A9414D-9722-DA4F-B53E-52576BD4642D}"/>
    <dgm:cxn modelId="{948FE8FE-62FA-9C49-9174-2ECD1F06E6C4}" type="presOf" srcId="{83670155-38B4-B34E-BD4D-7805CAAE488A}" destId="{3EA060C4-3EF9-4A10-B480-053EDC335086}" srcOrd="0" destOrd="0" presId="urn:microsoft.com/office/officeart/2018/2/layout/IconCircleList"/>
    <dgm:cxn modelId="{050300E8-439B-1040-B741-0A897A7FEA76}" type="presParOf" srcId="{DAF27769-6AF5-4CE6-BB64-EDE7E66FED64}" destId="{BE4128C2-2B8F-4A47-B5B7-E890E26066BD}" srcOrd="0" destOrd="0" presId="urn:microsoft.com/office/officeart/2018/2/layout/IconCircleList"/>
    <dgm:cxn modelId="{C73DBA20-E428-374E-A2A9-10722163AADF}" type="presParOf" srcId="{BE4128C2-2B8F-4A47-B5B7-E890E26066BD}" destId="{40D0A58E-34FA-4878-AEBD-DB09C4D71E69}" srcOrd="0" destOrd="0" presId="urn:microsoft.com/office/officeart/2018/2/layout/IconCircleList"/>
    <dgm:cxn modelId="{CDCF5CF8-DD46-B14F-AE1B-211574457991}" type="presParOf" srcId="{40D0A58E-34FA-4878-AEBD-DB09C4D71E69}" destId="{91696822-62B8-467C-9EE7-3D428EA18BCA}" srcOrd="0" destOrd="0" presId="urn:microsoft.com/office/officeart/2018/2/layout/IconCircleList"/>
    <dgm:cxn modelId="{9F1E5563-8C50-EC4D-8529-9752BDD6D021}" type="presParOf" srcId="{40D0A58E-34FA-4878-AEBD-DB09C4D71E69}" destId="{170AA1B5-AC47-4580-8604-EFC51E62F729}" srcOrd="1" destOrd="0" presId="urn:microsoft.com/office/officeart/2018/2/layout/IconCircleList"/>
    <dgm:cxn modelId="{42740F73-5579-D541-A376-0C0462026814}" type="presParOf" srcId="{40D0A58E-34FA-4878-AEBD-DB09C4D71E69}" destId="{A8A4159A-BE3C-40F2-A042-0728D6F93398}" srcOrd="2" destOrd="0" presId="urn:microsoft.com/office/officeart/2018/2/layout/IconCircleList"/>
    <dgm:cxn modelId="{5ADD02AC-DCB8-F647-A589-8BAEE391B388}" type="presParOf" srcId="{40D0A58E-34FA-4878-AEBD-DB09C4D71E69}" destId="{D97226BF-2F4D-4A1D-8DE7-FDA9259B3312}" srcOrd="3" destOrd="0" presId="urn:microsoft.com/office/officeart/2018/2/layout/IconCircleList"/>
    <dgm:cxn modelId="{F638AB67-55B9-6545-AC48-500C3584F452}" type="presParOf" srcId="{BE4128C2-2B8F-4A47-B5B7-E890E26066BD}" destId="{93BF624F-18C5-4404-9A65-B3FCCEFC160D}" srcOrd="1" destOrd="0" presId="urn:microsoft.com/office/officeart/2018/2/layout/IconCircleList"/>
    <dgm:cxn modelId="{7BC22244-52D4-2F4A-B6BE-AE3FDF3899AC}" type="presParOf" srcId="{BE4128C2-2B8F-4A47-B5B7-E890E26066BD}" destId="{7A0F03BB-D8B5-4B7C-93D6-9272209F0FD5}" srcOrd="2" destOrd="0" presId="urn:microsoft.com/office/officeart/2018/2/layout/IconCircleList"/>
    <dgm:cxn modelId="{4D6968CD-B775-974F-BD19-380BAAB7DB3A}" type="presParOf" srcId="{7A0F03BB-D8B5-4B7C-93D6-9272209F0FD5}" destId="{63E4BF07-A372-401B-BBA0-96F375E8E57E}" srcOrd="0" destOrd="0" presId="urn:microsoft.com/office/officeart/2018/2/layout/IconCircleList"/>
    <dgm:cxn modelId="{69FD0E27-BA27-404C-BB57-5ECA620CE31C}" type="presParOf" srcId="{7A0F03BB-D8B5-4B7C-93D6-9272209F0FD5}" destId="{2ED25B0A-575F-4B42-ADAD-8DD484631F4E}" srcOrd="1" destOrd="0" presId="urn:microsoft.com/office/officeart/2018/2/layout/IconCircleList"/>
    <dgm:cxn modelId="{1520F434-19C5-1946-BEA0-6618FC9F5EEA}" type="presParOf" srcId="{7A0F03BB-D8B5-4B7C-93D6-9272209F0FD5}" destId="{A3577E5D-40A4-4553-8353-335CE9F04F13}" srcOrd="2" destOrd="0" presId="urn:microsoft.com/office/officeart/2018/2/layout/IconCircleList"/>
    <dgm:cxn modelId="{EC1145B1-B6B2-4D4C-9A93-561E8B03AE01}" type="presParOf" srcId="{7A0F03BB-D8B5-4B7C-93D6-9272209F0FD5}" destId="{0B7D53F7-0302-49BC-BFF1-92E32571DD0A}" srcOrd="3" destOrd="0" presId="urn:microsoft.com/office/officeart/2018/2/layout/IconCircleList"/>
    <dgm:cxn modelId="{76232FFA-F696-5344-A48E-75C02F28FD93}" type="presParOf" srcId="{BE4128C2-2B8F-4A47-B5B7-E890E26066BD}" destId="{0C1ACFD7-3E09-4B70-B259-83009FE514A8}" srcOrd="3" destOrd="0" presId="urn:microsoft.com/office/officeart/2018/2/layout/IconCircleList"/>
    <dgm:cxn modelId="{1E811FBF-AF75-F04F-94D9-B8A0357C7C04}" type="presParOf" srcId="{BE4128C2-2B8F-4A47-B5B7-E890E26066BD}" destId="{C21EC0FC-1DF2-4487-813C-7476EDD18337}" srcOrd="4" destOrd="0" presId="urn:microsoft.com/office/officeart/2018/2/layout/IconCircleList"/>
    <dgm:cxn modelId="{6088A64D-F8FC-3349-9C80-7BF5D9AE17C4}" type="presParOf" srcId="{C21EC0FC-1DF2-4487-813C-7476EDD18337}" destId="{29FADCD3-6315-4F5D-9883-B2BD649C32F3}" srcOrd="0" destOrd="0" presId="urn:microsoft.com/office/officeart/2018/2/layout/IconCircleList"/>
    <dgm:cxn modelId="{75EBDD77-7BB0-DE43-AEE5-3D726BDA7143}" type="presParOf" srcId="{C21EC0FC-1DF2-4487-813C-7476EDD18337}" destId="{B34D2C24-E886-4453-91D0-F3A604262DFC}" srcOrd="1" destOrd="0" presId="urn:microsoft.com/office/officeart/2018/2/layout/IconCircleList"/>
    <dgm:cxn modelId="{F2B357AD-8B1F-DC43-A196-85708023C305}" type="presParOf" srcId="{C21EC0FC-1DF2-4487-813C-7476EDD18337}" destId="{9B2FF033-AB2B-4243-9149-4671ACDE2994}" srcOrd="2" destOrd="0" presId="urn:microsoft.com/office/officeart/2018/2/layout/IconCircleList"/>
    <dgm:cxn modelId="{074C7618-F10F-3246-80D1-F2C83C6C5F8E}" type="presParOf" srcId="{C21EC0FC-1DF2-4487-813C-7476EDD18337}" destId="{FB9EC9DE-3233-429A-8EC8-54755A8FE544}" srcOrd="3" destOrd="0" presId="urn:microsoft.com/office/officeart/2018/2/layout/IconCircleList"/>
    <dgm:cxn modelId="{40671195-56F5-B14E-934A-0D840B1B3DE5}" type="presParOf" srcId="{BE4128C2-2B8F-4A47-B5B7-E890E26066BD}" destId="{3EA060C4-3EF9-4A10-B480-053EDC335086}" srcOrd="5" destOrd="0" presId="urn:microsoft.com/office/officeart/2018/2/layout/IconCircleList"/>
    <dgm:cxn modelId="{1130A8B5-D5C6-404C-9D53-792B70EF34C1}" type="presParOf" srcId="{BE4128C2-2B8F-4A47-B5B7-E890E26066BD}" destId="{355731DA-09C0-413C-9814-A43140D0C32E}" srcOrd="6" destOrd="0" presId="urn:microsoft.com/office/officeart/2018/2/layout/IconCircleList"/>
    <dgm:cxn modelId="{F6A58DB7-104B-BC4F-B653-E52EC3B79112}" type="presParOf" srcId="{355731DA-09C0-413C-9814-A43140D0C32E}" destId="{1DF9FA90-6E7B-4E91-B7AE-A1614C06F849}" srcOrd="0" destOrd="0" presId="urn:microsoft.com/office/officeart/2018/2/layout/IconCircleList"/>
    <dgm:cxn modelId="{09D966E7-1228-6F4B-88F3-A0627AD872C7}" type="presParOf" srcId="{355731DA-09C0-413C-9814-A43140D0C32E}" destId="{8C2C99A5-AF01-47ED-B87B-EC0E9080F88A}" srcOrd="1" destOrd="0" presId="urn:microsoft.com/office/officeart/2018/2/layout/IconCircleList"/>
    <dgm:cxn modelId="{8B30F1B6-1C33-094A-8A09-2ED28199F0D7}" type="presParOf" srcId="{355731DA-09C0-413C-9814-A43140D0C32E}" destId="{CBA532B5-2597-4FE0-AC45-5E086E0126B5}" srcOrd="2" destOrd="0" presId="urn:microsoft.com/office/officeart/2018/2/layout/IconCircleList"/>
    <dgm:cxn modelId="{58DA02B4-CE9C-0B46-B3E4-510E98A970EA}" type="presParOf" srcId="{355731DA-09C0-413C-9814-A43140D0C32E}" destId="{FFB9E013-9457-485C-A5A9-56081B901664}" srcOrd="3" destOrd="0" presId="urn:microsoft.com/office/officeart/2018/2/layout/IconCircleList"/>
    <dgm:cxn modelId="{BBAF1776-3134-5341-BA01-26C24663A74D}" type="presParOf" srcId="{BE4128C2-2B8F-4A47-B5B7-E890E26066BD}" destId="{2EE5F0FD-7E90-4889-86BF-490EEEB8CC3E}" srcOrd="7" destOrd="0" presId="urn:microsoft.com/office/officeart/2018/2/layout/IconCircleList"/>
    <dgm:cxn modelId="{40A68DFE-9DB4-4A42-8C8F-02FB6FF70533}" type="presParOf" srcId="{BE4128C2-2B8F-4A47-B5B7-E890E26066BD}" destId="{6D4AA1A3-BE60-4375-9195-4817D89E3025}" srcOrd="8" destOrd="0" presId="urn:microsoft.com/office/officeart/2018/2/layout/IconCircleList"/>
    <dgm:cxn modelId="{EAAA7678-6CF2-8240-99D8-8015C105119A}" type="presParOf" srcId="{6D4AA1A3-BE60-4375-9195-4817D89E3025}" destId="{C5233196-C3BC-43F4-B2E2-4C7C7E8854A2}" srcOrd="0" destOrd="0" presId="urn:microsoft.com/office/officeart/2018/2/layout/IconCircleList"/>
    <dgm:cxn modelId="{CB2DFB78-C866-D446-824D-6850696842C4}" type="presParOf" srcId="{6D4AA1A3-BE60-4375-9195-4817D89E3025}" destId="{6FB8953F-1A5C-4163-B10A-62216D95CAC4}" srcOrd="1" destOrd="0" presId="urn:microsoft.com/office/officeart/2018/2/layout/IconCircleList"/>
    <dgm:cxn modelId="{C0E61C86-F43A-FD46-BAB9-E815926342DE}" type="presParOf" srcId="{6D4AA1A3-BE60-4375-9195-4817D89E3025}" destId="{CBCEC8D4-93D6-42B8-A03E-E161F97DF3FD}" srcOrd="2" destOrd="0" presId="urn:microsoft.com/office/officeart/2018/2/layout/IconCircleList"/>
    <dgm:cxn modelId="{2D46704A-1F6A-FB46-8241-02DA8399511E}" type="presParOf" srcId="{6D4AA1A3-BE60-4375-9195-4817D89E3025}" destId="{561D8588-830F-4319-A5C8-74ED83A717C0}" srcOrd="3" destOrd="0" presId="urn:microsoft.com/office/officeart/2018/2/layout/IconCircleList"/>
    <dgm:cxn modelId="{F8E7E13F-8544-444A-9FFB-205E257B0A22}" type="presParOf" srcId="{BE4128C2-2B8F-4A47-B5B7-E890E26066BD}" destId="{9F8D134B-7018-4901-9FC2-0C07F0797FF6}" srcOrd="9" destOrd="0" presId="urn:microsoft.com/office/officeart/2018/2/layout/IconCircleList"/>
    <dgm:cxn modelId="{6AEB0AF0-836F-5248-B91D-9122D6D9460E}" type="presParOf" srcId="{BE4128C2-2B8F-4A47-B5B7-E890E26066BD}" destId="{15B9B16B-47DE-4091-8893-42671B3EF9E7}" srcOrd="10" destOrd="0" presId="urn:microsoft.com/office/officeart/2018/2/layout/IconCircleList"/>
    <dgm:cxn modelId="{E708C4F2-9632-5C4C-ABA0-1265168DE04E}" type="presParOf" srcId="{15B9B16B-47DE-4091-8893-42671B3EF9E7}" destId="{0BC88469-8F8B-4962-9244-F8EF7C677705}" srcOrd="0" destOrd="0" presId="urn:microsoft.com/office/officeart/2018/2/layout/IconCircleList"/>
    <dgm:cxn modelId="{D8F8C048-31DE-BE4B-9BC1-A88E3DC62606}" type="presParOf" srcId="{15B9B16B-47DE-4091-8893-42671B3EF9E7}" destId="{CFF98B0F-AD80-4896-9F34-7EAB900E88B9}" srcOrd="1" destOrd="0" presId="urn:microsoft.com/office/officeart/2018/2/layout/IconCircleList"/>
    <dgm:cxn modelId="{6B35D226-D53C-7D4F-B2A3-C0DBD4EBD114}" type="presParOf" srcId="{15B9B16B-47DE-4091-8893-42671B3EF9E7}" destId="{53E8280C-9464-4C5B-AE61-A446A2C972CE}" srcOrd="2" destOrd="0" presId="urn:microsoft.com/office/officeart/2018/2/layout/IconCircleList"/>
    <dgm:cxn modelId="{0CB51B05-0D1B-5A4B-8939-D3E600542BE4}" type="presParOf" srcId="{15B9B16B-47DE-4091-8893-42671B3EF9E7}" destId="{8B01B727-E54A-4521-ABD4-2F63FB97F7B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0E1C63-F658-4DF8-AAD9-E16EC4F583E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D96CDD-4800-4025-BC3A-B4DF6C9003C7}">
      <dgm:prSet/>
      <dgm:spPr/>
      <dgm:t>
        <a:bodyPr/>
        <a:lstStyle/>
        <a:p>
          <a:r>
            <a:rPr lang="en-US" b="1" i="0" baseline="0"/>
            <a:t>Access Layer (Hozzáférési réteg):</a:t>
          </a:r>
          <a:r>
            <a:rPr lang="en-US" b="0" i="0" baseline="0"/>
            <a:t> Végpontok csatlakoztatása (PC termek).</a:t>
          </a:r>
          <a:endParaRPr lang="en-US"/>
        </a:p>
      </dgm:t>
    </dgm:pt>
    <dgm:pt modelId="{B34091CC-868A-4166-869B-C1ECA3049D5B}" type="parTrans" cxnId="{607F80D7-1351-4645-8042-6D112F6B056E}">
      <dgm:prSet/>
      <dgm:spPr/>
      <dgm:t>
        <a:bodyPr/>
        <a:lstStyle/>
        <a:p>
          <a:endParaRPr lang="en-US"/>
        </a:p>
      </dgm:t>
    </dgm:pt>
    <dgm:pt modelId="{CD4759C7-9F59-48C5-AFA3-51F7014A5193}" type="sibTrans" cxnId="{607F80D7-1351-4645-8042-6D112F6B056E}">
      <dgm:prSet/>
      <dgm:spPr/>
      <dgm:t>
        <a:bodyPr/>
        <a:lstStyle/>
        <a:p>
          <a:endParaRPr lang="en-US"/>
        </a:p>
      </dgm:t>
    </dgm:pt>
    <dgm:pt modelId="{AFEC7474-E89D-468B-8DBB-F7E39AA7B591}">
      <dgm:prSet/>
      <dgm:spPr/>
      <dgm:t>
        <a:bodyPr/>
        <a:lstStyle/>
        <a:p>
          <a:r>
            <a:rPr lang="en-US" b="1" i="0" baseline="0"/>
            <a:t>Distribution Layer (Elosztási réteg):</a:t>
          </a:r>
          <a:r>
            <a:rPr lang="en-US" b="0" i="0" baseline="0"/>
            <a:t> VLAN-ok közötti irányítás (Multilayer switch).</a:t>
          </a:r>
          <a:endParaRPr lang="en-US"/>
        </a:p>
      </dgm:t>
    </dgm:pt>
    <dgm:pt modelId="{7CACB8B7-0DB8-4CA5-AE58-BFF22B304A16}" type="parTrans" cxnId="{BCAF39F1-94EC-48B8-BA26-567605AB8B75}">
      <dgm:prSet/>
      <dgm:spPr/>
      <dgm:t>
        <a:bodyPr/>
        <a:lstStyle/>
        <a:p>
          <a:endParaRPr lang="en-US"/>
        </a:p>
      </dgm:t>
    </dgm:pt>
    <dgm:pt modelId="{B2F2DDFF-23D9-4D31-9796-72C520B6DA72}" type="sibTrans" cxnId="{BCAF39F1-94EC-48B8-BA26-567605AB8B75}">
      <dgm:prSet/>
      <dgm:spPr/>
      <dgm:t>
        <a:bodyPr/>
        <a:lstStyle/>
        <a:p>
          <a:endParaRPr lang="en-US"/>
        </a:p>
      </dgm:t>
    </dgm:pt>
    <dgm:pt modelId="{453CA00C-45F5-4FD0-9BBA-4F7E30C3E9BB}">
      <dgm:prSet/>
      <dgm:spPr/>
      <dgm:t>
        <a:bodyPr/>
        <a:lstStyle/>
        <a:p>
          <a:r>
            <a:rPr lang="en-US" b="1" i="0" baseline="0"/>
            <a:t>Core Layer (Mag réteg):</a:t>
          </a:r>
          <a:r>
            <a:rPr lang="en-US" b="0" i="0" baseline="0"/>
            <a:t> Külső hálózati kapcsolatok (Routerek)</a:t>
          </a:r>
          <a:endParaRPr lang="en-US"/>
        </a:p>
      </dgm:t>
    </dgm:pt>
    <dgm:pt modelId="{D0E68D03-8230-429F-A102-7E941970FAC6}" type="parTrans" cxnId="{D03721BC-F496-4FBC-A6C0-3A6B84F358CF}">
      <dgm:prSet/>
      <dgm:spPr/>
      <dgm:t>
        <a:bodyPr/>
        <a:lstStyle/>
        <a:p>
          <a:endParaRPr lang="en-US"/>
        </a:p>
      </dgm:t>
    </dgm:pt>
    <dgm:pt modelId="{D9AF2F45-6116-45AB-A0CA-2689D5155D3E}" type="sibTrans" cxnId="{D03721BC-F496-4FBC-A6C0-3A6B84F358CF}">
      <dgm:prSet/>
      <dgm:spPr/>
      <dgm:t>
        <a:bodyPr/>
        <a:lstStyle/>
        <a:p>
          <a:endParaRPr lang="en-US"/>
        </a:p>
      </dgm:t>
    </dgm:pt>
    <dgm:pt modelId="{D0A91D70-A9D8-45F6-B1FF-AACBD2F21CC8}" type="pres">
      <dgm:prSet presAssocID="{DE0E1C63-F658-4DF8-AAD9-E16EC4F583EC}" presName="root" presStyleCnt="0">
        <dgm:presLayoutVars>
          <dgm:dir/>
          <dgm:resizeHandles val="exact"/>
        </dgm:presLayoutVars>
      </dgm:prSet>
      <dgm:spPr/>
    </dgm:pt>
    <dgm:pt modelId="{A137FE0A-F268-4031-9CFC-77905EE130F4}" type="pres">
      <dgm:prSet presAssocID="{41D96CDD-4800-4025-BC3A-B4DF6C9003C7}" presName="compNode" presStyleCnt="0"/>
      <dgm:spPr/>
    </dgm:pt>
    <dgm:pt modelId="{1E422E30-4D61-4D1E-9E3F-04A05E0F12CB}" type="pres">
      <dgm:prSet presAssocID="{41D96CDD-4800-4025-BC3A-B4DF6C9003C7}" presName="bgRect" presStyleLbl="bgShp" presStyleIdx="0" presStyleCnt="3"/>
      <dgm:spPr/>
    </dgm:pt>
    <dgm:pt modelId="{7C6465D9-8AA6-446D-B1EE-E4402241A3A8}" type="pres">
      <dgm:prSet presAssocID="{41D96CDD-4800-4025-BC3A-B4DF6C9003C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2ADB8B9-8AED-41E1-9361-CDC118BE8035}" type="pres">
      <dgm:prSet presAssocID="{41D96CDD-4800-4025-BC3A-B4DF6C9003C7}" presName="spaceRect" presStyleCnt="0"/>
      <dgm:spPr/>
    </dgm:pt>
    <dgm:pt modelId="{36076DAA-6568-4E48-AB2C-E52A017DDFF2}" type="pres">
      <dgm:prSet presAssocID="{41D96CDD-4800-4025-BC3A-B4DF6C9003C7}" presName="parTx" presStyleLbl="revTx" presStyleIdx="0" presStyleCnt="3">
        <dgm:presLayoutVars>
          <dgm:chMax val="0"/>
          <dgm:chPref val="0"/>
        </dgm:presLayoutVars>
      </dgm:prSet>
      <dgm:spPr/>
    </dgm:pt>
    <dgm:pt modelId="{216872A0-32D6-4321-9B3F-27A055EC302D}" type="pres">
      <dgm:prSet presAssocID="{CD4759C7-9F59-48C5-AFA3-51F7014A5193}" presName="sibTrans" presStyleCnt="0"/>
      <dgm:spPr/>
    </dgm:pt>
    <dgm:pt modelId="{06D70F68-C4B3-4029-8757-7799BECC216B}" type="pres">
      <dgm:prSet presAssocID="{AFEC7474-E89D-468B-8DBB-F7E39AA7B591}" presName="compNode" presStyleCnt="0"/>
      <dgm:spPr/>
    </dgm:pt>
    <dgm:pt modelId="{8591B9A2-FB83-409F-9167-268B11730A99}" type="pres">
      <dgm:prSet presAssocID="{AFEC7474-E89D-468B-8DBB-F7E39AA7B591}" presName="bgRect" presStyleLbl="bgShp" presStyleIdx="1" presStyleCnt="3"/>
      <dgm:spPr/>
    </dgm:pt>
    <dgm:pt modelId="{88C22AD3-2498-40D0-96D6-CD6E84240409}" type="pres">
      <dgm:prSet presAssocID="{AFEC7474-E89D-468B-8DBB-F7E39AA7B59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6EE129C9-D0A7-4993-A7E5-0CD32D8A12FD}" type="pres">
      <dgm:prSet presAssocID="{AFEC7474-E89D-468B-8DBB-F7E39AA7B591}" presName="spaceRect" presStyleCnt="0"/>
      <dgm:spPr/>
    </dgm:pt>
    <dgm:pt modelId="{0824488E-250F-4ECC-BB5D-6F86FCD399EF}" type="pres">
      <dgm:prSet presAssocID="{AFEC7474-E89D-468B-8DBB-F7E39AA7B591}" presName="parTx" presStyleLbl="revTx" presStyleIdx="1" presStyleCnt="3">
        <dgm:presLayoutVars>
          <dgm:chMax val="0"/>
          <dgm:chPref val="0"/>
        </dgm:presLayoutVars>
      </dgm:prSet>
      <dgm:spPr/>
    </dgm:pt>
    <dgm:pt modelId="{84A2EDB3-4E62-41D6-A9E3-5103AF17B4AD}" type="pres">
      <dgm:prSet presAssocID="{B2F2DDFF-23D9-4D31-9796-72C520B6DA72}" presName="sibTrans" presStyleCnt="0"/>
      <dgm:spPr/>
    </dgm:pt>
    <dgm:pt modelId="{89B801A8-B1FE-474B-8C82-66D2256E3268}" type="pres">
      <dgm:prSet presAssocID="{453CA00C-45F5-4FD0-9BBA-4F7E30C3E9BB}" presName="compNode" presStyleCnt="0"/>
      <dgm:spPr/>
    </dgm:pt>
    <dgm:pt modelId="{47AC4D58-CEB6-4DC4-9D95-53590EA29298}" type="pres">
      <dgm:prSet presAssocID="{453CA00C-45F5-4FD0-9BBA-4F7E30C3E9BB}" presName="bgRect" presStyleLbl="bgShp" presStyleIdx="2" presStyleCnt="3"/>
      <dgm:spPr/>
    </dgm:pt>
    <dgm:pt modelId="{85E6760C-29DC-4FB9-A28D-7B4E8C836082}" type="pres">
      <dgm:prSet presAssocID="{453CA00C-45F5-4FD0-9BBA-4F7E30C3E9B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A54882F7-C5D3-43E3-9398-066CAE218529}" type="pres">
      <dgm:prSet presAssocID="{453CA00C-45F5-4FD0-9BBA-4F7E30C3E9BB}" presName="spaceRect" presStyleCnt="0"/>
      <dgm:spPr/>
    </dgm:pt>
    <dgm:pt modelId="{345FE264-37A8-4B69-8125-C5586F03723E}" type="pres">
      <dgm:prSet presAssocID="{453CA00C-45F5-4FD0-9BBA-4F7E30C3E9B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3BDEE87-3F7C-4E66-B750-EB7DC8132FE9}" type="presOf" srcId="{AFEC7474-E89D-468B-8DBB-F7E39AA7B591}" destId="{0824488E-250F-4ECC-BB5D-6F86FCD399EF}" srcOrd="0" destOrd="0" presId="urn:microsoft.com/office/officeart/2018/2/layout/IconVerticalSolidList"/>
    <dgm:cxn modelId="{8121348D-EE82-44FF-9934-DBD4330E43F0}" type="presOf" srcId="{453CA00C-45F5-4FD0-9BBA-4F7E30C3E9BB}" destId="{345FE264-37A8-4B69-8125-C5586F03723E}" srcOrd="0" destOrd="0" presId="urn:microsoft.com/office/officeart/2018/2/layout/IconVerticalSolidList"/>
    <dgm:cxn modelId="{3D7677A4-C106-4569-8E3D-F5F55C0DA205}" type="presOf" srcId="{41D96CDD-4800-4025-BC3A-B4DF6C9003C7}" destId="{36076DAA-6568-4E48-AB2C-E52A017DDFF2}" srcOrd="0" destOrd="0" presId="urn:microsoft.com/office/officeart/2018/2/layout/IconVerticalSolidList"/>
    <dgm:cxn modelId="{D03721BC-F496-4FBC-A6C0-3A6B84F358CF}" srcId="{DE0E1C63-F658-4DF8-AAD9-E16EC4F583EC}" destId="{453CA00C-45F5-4FD0-9BBA-4F7E30C3E9BB}" srcOrd="2" destOrd="0" parTransId="{D0E68D03-8230-429F-A102-7E941970FAC6}" sibTransId="{D9AF2F45-6116-45AB-A0CA-2689D5155D3E}"/>
    <dgm:cxn modelId="{607F80D7-1351-4645-8042-6D112F6B056E}" srcId="{DE0E1C63-F658-4DF8-AAD9-E16EC4F583EC}" destId="{41D96CDD-4800-4025-BC3A-B4DF6C9003C7}" srcOrd="0" destOrd="0" parTransId="{B34091CC-868A-4166-869B-C1ECA3049D5B}" sibTransId="{CD4759C7-9F59-48C5-AFA3-51F7014A5193}"/>
    <dgm:cxn modelId="{CD4329DB-3F9D-47C1-9F85-021765CE74B5}" type="presOf" srcId="{DE0E1C63-F658-4DF8-AAD9-E16EC4F583EC}" destId="{D0A91D70-A9D8-45F6-B1FF-AACBD2F21CC8}" srcOrd="0" destOrd="0" presId="urn:microsoft.com/office/officeart/2018/2/layout/IconVerticalSolidList"/>
    <dgm:cxn modelId="{BCAF39F1-94EC-48B8-BA26-567605AB8B75}" srcId="{DE0E1C63-F658-4DF8-AAD9-E16EC4F583EC}" destId="{AFEC7474-E89D-468B-8DBB-F7E39AA7B591}" srcOrd="1" destOrd="0" parTransId="{7CACB8B7-0DB8-4CA5-AE58-BFF22B304A16}" sibTransId="{B2F2DDFF-23D9-4D31-9796-72C520B6DA72}"/>
    <dgm:cxn modelId="{B5CDA4CA-7CCA-4DAF-8451-CFB8CE738AF6}" type="presParOf" srcId="{D0A91D70-A9D8-45F6-B1FF-AACBD2F21CC8}" destId="{A137FE0A-F268-4031-9CFC-77905EE130F4}" srcOrd="0" destOrd="0" presId="urn:microsoft.com/office/officeart/2018/2/layout/IconVerticalSolidList"/>
    <dgm:cxn modelId="{09B904D3-D10A-4806-8A6D-28D8AB646C66}" type="presParOf" srcId="{A137FE0A-F268-4031-9CFC-77905EE130F4}" destId="{1E422E30-4D61-4D1E-9E3F-04A05E0F12CB}" srcOrd="0" destOrd="0" presId="urn:microsoft.com/office/officeart/2018/2/layout/IconVerticalSolidList"/>
    <dgm:cxn modelId="{6A0CB86B-76EF-4326-9336-5507D2578B0C}" type="presParOf" srcId="{A137FE0A-F268-4031-9CFC-77905EE130F4}" destId="{7C6465D9-8AA6-446D-B1EE-E4402241A3A8}" srcOrd="1" destOrd="0" presId="urn:microsoft.com/office/officeart/2018/2/layout/IconVerticalSolidList"/>
    <dgm:cxn modelId="{2FC31251-43FE-4F1C-8DDD-CC27EA868035}" type="presParOf" srcId="{A137FE0A-F268-4031-9CFC-77905EE130F4}" destId="{A2ADB8B9-8AED-41E1-9361-CDC118BE8035}" srcOrd="2" destOrd="0" presId="urn:microsoft.com/office/officeart/2018/2/layout/IconVerticalSolidList"/>
    <dgm:cxn modelId="{82E55602-71F4-4999-BEB0-6DA6CBDBA59A}" type="presParOf" srcId="{A137FE0A-F268-4031-9CFC-77905EE130F4}" destId="{36076DAA-6568-4E48-AB2C-E52A017DDFF2}" srcOrd="3" destOrd="0" presId="urn:microsoft.com/office/officeart/2018/2/layout/IconVerticalSolidList"/>
    <dgm:cxn modelId="{9801637C-3FE4-4D39-886D-5CCB07060FED}" type="presParOf" srcId="{D0A91D70-A9D8-45F6-B1FF-AACBD2F21CC8}" destId="{216872A0-32D6-4321-9B3F-27A055EC302D}" srcOrd="1" destOrd="0" presId="urn:microsoft.com/office/officeart/2018/2/layout/IconVerticalSolidList"/>
    <dgm:cxn modelId="{B2857EBD-40F8-4B40-987C-6F33CF93A4FC}" type="presParOf" srcId="{D0A91D70-A9D8-45F6-B1FF-AACBD2F21CC8}" destId="{06D70F68-C4B3-4029-8757-7799BECC216B}" srcOrd="2" destOrd="0" presId="urn:microsoft.com/office/officeart/2018/2/layout/IconVerticalSolidList"/>
    <dgm:cxn modelId="{BE93203A-968B-4386-BE83-3559EB09F16E}" type="presParOf" srcId="{06D70F68-C4B3-4029-8757-7799BECC216B}" destId="{8591B9A2-FB83-409F-9167-268B11730A99}" srcOrd="0" destOrd="0" presId="urn:microsoft.com/office/officeart/2018/2/layout/IconVerticalSolidList"/>
    <dgm:cxn modelId="{8CF8F939-3D56-4048-A761-623A6382D637}" type="presParOf" srcId="{06D70F68-C4B3-4029-8757-7799BECC216B}" destId="{88C22AD3-2498-40D0-96D6-CD6E84240409}" srcOrd="1" destOrd="0" presId="urn:microsoft.com/office/officeart/2018/2/layout/IconVerticalSolidList"/>
    <dgm:cxn modelId="{8E49E5BA-0A7C-44BE-BB88-E96C370043BF}" type="presParOf" srcId="{06D70F68-C4B3-4029-8757-7799BECC216B}" destId="{6EE129C9-D0A7-4993-A7E5-0CD32D8A12FD}" srcOrd="2" destOrd="0" presId="urn:microsoft.com/office/officeart/2018/2/layout/IconVerticalSolidList"/>
    <dgm:cxn modelId="{EDFD21E0-843D-458B-89C3-65BD8DBD6E91}" type="presParOf" srcId="{06D70F68-C4B3-4029-8757-7799BECC216B}" destId="{0824488E-250F-4ECC-BB5D-6F86FCD399EF}" srcOrd="3" destOrd="0" presId="urn:microsoft.com/office/officeart/2018/2/layout/IconVerticalSolidList"/>
    <dgm:cxn modelId="{DE2B4203-8DF0-43F7-A778-D0084745FA22}" type="presParOf" srcId="{D0A91D70-A9D8-45F6-B1FF-AACBD2F21CC8}" destId="{84A2EDB3-4E62-41D6-A9E3-5103AF17B4AD}" srcOrd="3" destOrd="0" presId="urn:microsoft.com/office/officeart/2018/2/layout/IconVerticalSolidList"/>
    <dgm:cxn modelId="{CA19F7FA-9A51-4EC6-8012-10AB480A63AE}" type="presParOf" srcId="{D0A91D70-A9D8-45F6-B1FF-AACBD2F21CC8}" destId="{89B801A8-B1FE-474B-8C82-66D2256E3268}" srcOrd="4" destOrd="0" presId="urn:microsoft.com/office/officeart/2018/2/layout/IconVerticalSolidList"/>
    <dgm:cxn modelId="{2A4F8E7E-7C13-4C67-8762-F7AAB124E18F}" type="presParOf" srcId="{89B801A8-B1FE-474B-8C82-66D2256E3268}" destId="{47AC4D58-CEB6-4DC4-9D95-53590EA29298}" srcOrd="0" destOrd="0" presId="urn:microsoft.com/office/officeart/2018/2/layout/IconVerticalSolidList"/>
    <dgm:cxn modelId="{7C231E74-0E95-4F2A-8922-8D22DD6D22D4}" type="presParOf" srcId="{89B801A8-B1FE-474B-8C82-66D2256E3268}" destId="{85E6760C-29DC-4FB9-A28D-7B4E8C836082}" srcOrd="1" destOrd="0" presId="urn:microsoft.com/office/officeart/2018/2/layout/IconVerticalSolidList"/>
    <dgm:cxn modelId="{19424E2B-0AE9-4550-B3B7-F056AC4FB8CF}" type="presParOf" srcId="{89B801A8-B1FE-474B-8C82-66D2256E3268}" destId="{A54882F7-C5D3-43E3-9398-066CAE218529}" srcOrd="2" destOrd="0" presId="urn:microsoft.com/office/officeart/2018/2/layout/IconVerticalSolidList"/>
    <dgm:cxn modelId="{D0F6D14A-1127-427A-943D-4D838BF2B90C}" type="presParOf" srcId="{89B801A8-B1FE-474B-8C82-66D2256E3268}" destId="{345FE264-37A8-4B69-8125-C5586F0372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2AD7B0-B30D-4C01-B4E3-7D883AD386D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D380F6-F523-4EC0-A23F-BF8070251388}">
      <dgm:prSet/>
      <dgm:spPr/>
      <dgm:t>
        <a:bodyPr/>
        <a:lstStyle/>
        <a:p>
          <a:r>
            <a:rPr lang="en-US" b="1" i="0" baseline="0"/>
            <a:t>Fejlődés:</a:t>
          </a:r>
          <a:r>
            <a:rPr lang="en-US" b="0" i="0" baseline="0"/>
            <a:t> A projekt során fejlődött a technikai tudás, a dokumentációs készség és a csapatmunka.</a:t>
          </a:r>
          <a:endParaRPr lang="en-US"/>
        </a:p>
      </dgm:t>
    </dgm:pt>
    <dgm:pt modelId="{9989D50C-D09A-4CDD-93AB-02FD465D474C}" type="parTrans" cxnId="{5FA6DEAE-9690-40B7-87C7-5FA01D834FC1}">
      <dgm:prSet/>
      <dgm:spPr/>
      <dgm:t>
        <a:bodyPr/>
        <a:lstStyle/>
        <a:p>
          <a:endParaRPr lang="en-US"/>
        </a:p>
      </dgm:t>
    </dgm:pt>
    <dgm:pt modelId="{413B837F-F5F2-43DF-9608-4ED6BE324947}" type="sibTrans" cxnId="{5FA6DEAE-9690-40B7-87C7-5FA01D834FC1}">
      <dgm:prSet/>
      <dgm:spPr/>
      <dgm:t>
        <a:bodyPr/>
        <a:lstStyle/>
        <a:p>
          <a:endParaRPr lang="en-US"/>
        </a:p>
      </dgm:t>
    </dgm:pt>
    <dgm:pt modelId="{BD5579E5-BAD3-4DBE-9BA9-0CBEB267F767}">
      <dgm:prSet/>
      <dgm:spPr/>
      <dgm:t>
        <a:bodyPr/>
        <a:lstStyle/>
        <a:p>
          <a:r>
            <a:rPr lang="en-US" b="1" i="0" baseline="0"/>
            <a:t>Megoldott nehézségek:</a:t>
          </a:r>
          <a:r>
            <a:rPr lang="en-US" b="0" i="0" baseline="0"/>
            <a:t> Konfigurációs hibák és logikai ellentmondások sikeres kezelése.</a:t>
          </a:r>
          <a:endParaRPr lang="en-US"/>
        </a:p>
      </dgm:t>
    </dgm:pt>
    <dgm:pt modelId="{B0EEEEFB-A02E-4096-AB10-9C3B0F7DB13E}" type="parTrans" cxnId="{3C1C970B-1F17-4A60-A10E-E63D58F4098E}">
      <dgm:prSet/>
      <dgm:spPr/>
      <dgm:t>
        <a:bodyPr/>
        <a:lstStyle/>
        <a:p>
          <a:endParaRPr lang="en-US"/>
        </a:p>
      </dgm:t>
    </dgm:pt>
    <dgm:pt modelId="{D5E2CAA8-00FF-4AF7-A0D4-C782A49ECB05}" type="sibTrans" cxnId="{3C1C970B-1F17-4A60-A10E-E63D58F4098E}">
      <dgm:prSet/>
      <dgm:spPr/>
      <dgm:t>
        <a:bodyPr/>
        <a:lstStyle/>
        <a:p>
          <a:endParaRPr lang="en-US"/>
        </a:p>
      </dgm:t>
    </dgm:pt>
    <dgm:pt modelId="{0FF8554C-FF46-A04E-82A5-171AA2518657}" type="pres">
      <dgm:prSet presAssocID="{B32AD7B0-B30D-4C01-B4E3-7D883AD386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136F40B-9B93-C046-9096-D34C762FC04C}" type="pres">
      <dgm:prSet presAssocID="{89D380F6-F523-4EC0-A23F-BF8070251388}" presName="hierRoot1" presStyleCnt="0"/>
      <dgm:spPr/>
    </dgm:pt>
    <dgm:pt modelId="{FFF10386-D6A1-3E40-ABFE-E6F71756BD04}" type="pres">
      <dgm:prSet presAssocID="{89D380F6-F523-4EC0-A23F-BF8070251388}" presName="composite" presStyleCnt="0"/>
      <dgm:spPr/>
    </dgm:pt>
    <dgm:pt modelId="{8B0583CE-4AA5-7242-A4F5-3962CCEFEA52}" type="pres">
      <dgm:prSet presAssocID="{89D380F6-F523-4EC0-A23F-BF8070251388}" presName="background" presStyleLbl="node0" presStyleIdx="0" presStyleCnt="2"/>
      <dgm:spPr/>
    </dgm:pt>
    <dgm:pt modelId="{DA79B96F-13BF-164A-8907-B1C64A78D4AD}" type="pres">
      <dgm:prSet presAssocID="{89D380F6-F523-4EC0-A23F-BF8070251388}" presName="text" presStyleLbl="fgAcc0" presStyleIdx="0" presStyleCnt="2">
        <dgm:presLayoutVars>
          <dgm:chPref val="3"/>
        </dgm:presLayoutVars>
      </dgm:prSet>
      <dgm:spPr/>
    </dgm:pt>
    <dgm:pt modelId="{5C5B09FB-CCC3-A849-9463-CABE8760C285}" type="pres">
      <dgm:prSet presAssocID="{89D380F6-F523-4EC0-A23F-BF8070251388}" presName="hierChild2" presStyleCnt="0"/>
      <dgm:spPr/>
    </dgm:pt>
    <dgm:pt modelId="{F77B5CAA-4419-7240-ADC1-F1F3E01653B7}" type="pres">
      <dgm:prSet presAssocID="{BD5579E5-BAD3-4DBE-9BA9-0CBEB267F767}" presName="hierRoot1" presStyleCnt="0"/>
      <dgm:spPr/>
    </dgm:pt>
    <dgm:pt modelId="{EFFED680-E846-3549-87A1-EB6540B7AFED}" type="pres">
      <dgm:prSet presAssocID="{BD5579E5-BAD3-4DBE-9BA9-0CBEB267F767}" presName="composite" presStyleCnt="0"/>
      <dgm:spPr/>
    </dgm:pt>
    <dgm:pt modelId="{6D6445CC-69F3-4144-8934-A9AAADE3ED90}" type="pres">
      <dgm:prSet presAssocID="{BD5579E5-BAD3-4DBE-9BA9-0CBEB267F767}" presName="background" presStyleLbl="node0" presStyleIdx="1" presStyleCnt="2"/>
      <dgm:spPr/>
    </dgm:pt>
    <dgm:pt modelId="{E6F47C17-DE7F-BC4F-B3A8-F65AC4FED156}" type="pres">
      <dgm:prSet presAssocID="{BD5579E5-BAD3-4DBE-9BA9-0CBEB267F767}" presName="text" presStyleLbl="fgAcc0" presStyleIdx="1" presStyleCnt="2">
        <dgm:presLayoutVars>
          <dgm:chPref val="3"/>
        </dgm:presLayoutVars>
      </dgm:prSet>
      <dgm:spPr/>
    </dgm:pt>
    <dgm:pt modelId="{B53EA152-5D99-9B4A-BEA1-ACB849B53295}" type="pres">
      <dgm:prSet presAssocID="{BD5579E5-BAD3-4DBE-9BA9-0CBEB267F767}" presName="hierChild2" presStyleCnt="0"/>
      <dgm:spPr/>
    </dgm:pt>
  </dgm:ptLst>
  <dgm:cxnLst>
    <dgm:cxn modelId="{3C1C970B-1F17-4A60-A10E-E63D58F4098E}" srcId="{B32AD7B0-B30D-4C01-B4E3-7D883AD386D5}" destId="{BD5579E5-BAD3-4DBE-9BA9-0CBEB267F767}" srcOrd="1" destOrd="0" parTransId="{B0EEEEFB-A02E-4096-AB10-9C3B0F7DB13E}" sibTransId="{D5E2CAA8-00FF-4AF7-A0D4-C782A49ECB05}"/>
    <dgm:cxn modelId="{85BF0429-0476-2F43-97AB-240CA2C51DA0}" type="presOf" srcId="{B32AD7B0-B30D-4C01-B4E3-7D883AD386D5}" destId="{0FF8554C-FF46-A04E-82A5-171AA2518657}" srcOrd="0" destOrd="0" presId="urn:microsoft.com/office/officeart/2005/8/layout/hierarchy1"/>
    <dgm:cxn modelId="{D932B032-C706-D342-9D8F-239A8B57B0BF}" type="presOf" srcId="{BD5579E5-BAD3-4DBE-9BA9-0CBEB267F767}" destId="{E6F47C17-DE7F-BC4F-B3A8-F65AC4FED156}" srcOrd="0" destOrd="0" presId="urn:microsoft.com/office/officeart/2005/8/layout/hierarchy1"/>
    <dgm:cxn modelId="{5FA6DEAE-9690-40B7-87C7-5FA01D834FC1}" srcId="{B32AD7B0-B30D-4C01-B4E3-7D883AD386D5}" destId="{89D380F6-F523-4EC0-A23F-BF8070251388}" srcOrd="0" destOrd="0" parTransId="{9989D50C-D09A-4CDD-93AB-02FD465D474C}" sibTransId="{413B837F-F5F2-43DF-9608-4ED6BE324947}"/>
    <dgm:cxn modelId="{102848BC-FD72-EA43-BA97-55DB62333EDE}" type="presOf" srcId="{89D380F6-F523-4EC0-A23F-BF8070251388}" destId="{DA79B96F-13BF-164A-8907-B1C64A78D4AD}" srcOrd="0" destOrd="0" presId="urn:microsoft.com/office/officeart/2005/8/layout/hierarchy1"/>
    <dgm:cxn modelId="{AA9EAA12-6DAB-234E-AB5A-F33CB5EF4BB1}" type="presParOf" srcId="{0FF8554C-FF46-A04E-82A5-171AA2518657}" destId="{A136F40B-9B93-C046-9096-D34C762FC04C}" srcOrd="0" destOrd="0" presId="urn:microsoft.com/office/officeart/2005/8/layout/hierarchy1"/>
    <dgm:cxn modelId="{B964B759-89CE-1B42-BC1F-958AF07D90D8}" type="presParOf" srcId="{A136F40B-9B93-C046-9096-D34C762FC04C}" destId="{FFF10386-D6A1-3E40-ABFE-E6F71756BD04}" srcOrd="0" destOrd="0" presId="urn:microsoft.com/office/officeart/2005/8/layout/hierarchy1"/>
    <dgm:cxn modelId="{B9DAEA8B-A62C-2044-AC92-78744DF70304}" type="presParOf" srcId="{FFF10386-D6A1-3E40-ABFE-E6F71756BD04}" destId="{8B0583CE-4AA5-7242-A4F5-3962CCEFEA52}" srcOrd="0" destOrd="0" presId="urn:microsoft.com/office/officeart/2005/8/layout/hierarchy1"/>
    <dgm:cxn modelId="{0D4D031E-5C79-804F-8A50-9F050B1FC39B}" type="presParOf" srcId="{FFF10386-D6A1-3E40-ABFE-E6F71756BD04}" destId="{DA79B96F-13BF-164A-8907-B1C64A78D4AD}" srcOrd="1" destOrd="0" presId="urn:microsoft.com/office/officeart/2005/8/layout/hierarchy1"/>
    <dgm:cxn modelId="{56D07CA7-E3B6-C24E-86E9-5D412D854974}" type="presParOf" srcId="{A136F40B-9B93-C046-9096-D34C762FC04C}" destId="{5C5B09FB-CCC3-A849-9463-CABE8760C285}" srcOrd="1" destOrd="0" presId="urn:microsoft.com/office/officeart/2005/8/layout/hierarchy1"/>
    <dgm:cxn modelId="{F08594E0-055E-2340-A3E8-76F82ECAAF62}" type="presParOf" srcId="{0FF8554C-FF46-A04E-82A5-171AA2518657}" destId="{F77B5CAA-4419-7240-ADC1-F1F3E01653B7}" srcOrd="1" destOrd="0" presId="urn:microsoft.com/office/officeart/2005/8/layout/hierarchy1"/>
    <dgm:cxn modelId="{2774754D-C00D-144B-BD0A-49D213D1C07C}" type="presParOf" srcId="{F77B5CAA-4419-7240-ADC1-F1F3E01653B7}" destId="{EFFED680-E846-3549-87A1-EB6540B7AFED}" srcOrd="0" destOrd="0" presId="urn:microsoft.com/office/officeart/2005/8/layout/hierarchy1"/>
    <dgm:cxn modelId="{4110E330-4C68-044F-94B3-CFEF589C1D6A}" type="presParOf" srcId="{EFFED680-E846-3549-87A1-EB6540B7AFED}" destId="{6D6445CC-69F3-4144-8934-A9AAADE3ED90}" srcOrd="0" destOrd="0" presId="urn:microsoft.com/office/officeart/2005/8/layout/hierarchy1"/>
    <dgm:cxn modelId="{4FC279B2-2977-8D43-8214-491D89C8CE9D}" type="presParOf" srcId="{EFFED680-E846-3549-87A1-EB6540B7AFED}" destId="{E6F47C17-DE7F-BC4F-B3A8-F65AC4FED156}" srcOrd="1" destOrd="0" presId="urn:microsoft.com/office/officeart/2005/8/layout/hierarchy1"/>
    <dgm:cxn modelId="{0EE3A45B-273B-A444-A44A-64561EFB33B5}" type="presParOf" srcId="{F77B5CAA-4419-7240-ADC1-F1F3E01653B7}" destId="{B53EA152-5D99-9B4A-BEA1-ACB849B5329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49553-1640-B242-A168-DD1CEA3CADEA}">
      <dsp:nvSpPr>
        <dsp:cNvPr id="0" name=""/>
        <dsp:cNvSpPr/>
      </dsp:nvSpPr>
      <dsp:spPr>
        <a:xfrm>
          <a:off x="212" y="328322"/>
          <a:ext cx="2568514" cy="30822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PC terem 1:</a:t>
          </a:r>
          <a:r>
            <a:rPr lang="en-US" sz="1500" b="0" i="0" kern="1200" baseline="0"/>
            <a:t> Nagyobb végponti csoport, kliensoldali környezet.</a:t>
          </a:r>
          <a:endParaRPr lang="en-US" sz="1500" kern="1200"/>
        </a:p>
      </dsp:txBody>
      <dsp:txXfrm>
        <a:off x="212" y="1561209"/>
        <a:ext cx="2568514" cy="1849330"/>
      </dsp:txXfrm>
    </dsp:sp>
    <dsp:sp modelId="{826AB6A9-3024-C74E-84C7-4DE0F9998169}">
      <dsp:nvSpPr>
        <dsp:cNvPr id="0" name=""/>
        <dsp:cNvSpPr/>
      </dsp:nvSpPr>
      <dsp:spPr>
        <a:xfrm>
          <a:off x="212" y="328322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01</a:t>
          </a:r>
        </a:p>
      </dsp:txBody>
      <dsp:txXfrm>
        <a:off x="212" y="328322"/>
        <a:ext cx="2568514" cy="1232887"/>
      </dsp:txXfrm>
    </dsp:sp>
    <dsp:sp modelId="{04DDCD1D-7721-C84A-9C61-965A00D947A9}">
      <dsp:nvSpPr>
        <dsp:cNvPr id="0" name=""/>
        <dsp:cNvSpPr/>
      </dsp:nvSpPr>
      <dsp:spPr>
        <a:xfrm>
          <a:off x="2774208" y="328322"/>
          <a:ext cx="2568514" cy="308221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PC terem 2:</a:t>
          </a:r>
          <a:r>
            <a:rPr lang="en-US" sz="1500" b="0" i="0" kern="1200" baseline="0"/>
            <a:t> Különálló felhasználói csoport, eltérő jogosultságokkal.</a:t>
          </a:r>
          <a:endParaRPr lang="en-US" sz="1500" kern="1200"/>
        </a:p>
      </dsp:txBody>
      <dsp:txXfrm>
        <a:off x="2774208" y="1561209"/>
        <a:ext cx="2568514" cy="1849330"/>
      </dsp:txXfrm>
    </dsp:sp>
    <dsp:sp modelId="{45C5EBAF-F47C-FD44-8E50-1108B98B664A}">
      <dsp:nvSpPr>
        <dsp:cNvPr id="0" name=""/>
        <dsp:cNvSpPr/>
      </dsp:nvSpPr>
      <dsp:spPr>
        <a:xfrm>
          <a:off x="2774208" y="328322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02</a:t>
          </a:r>
        </a:p>
      </dsp:txBody>
      <dsp:txXfrm>
        <a:off x="2774208" y="328322"/>
        <a:ext cx="2568514" cy="1232887"/>
      </dsp:txXfrm>
    </dsp:sp>
    <dsp:sp modelId="{A6E6F56C-439E-8F49-BEE3-EEBD4C0D77F8}">
      <dsp:nvSpPr>
        <dsp:cNvPr id="0" name=""/>
        <dsp:cNvSpPr/>
      </dsp:nvSpPr>
      <dsp:spPr>
        <a:xfrm>
          <a:off x="5548205" y="328322"/>
          <a:ext cx="2568514" cy="30822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Szerverterem:</a:t>
          </a:r>
          <a:r>
            <a:rPr lang="en-US" sz="1500" b="0" i="0" kern="1200" baseline="0"/>
            <a:t> Központi szolgáltatások (DHCP, DNS, fájlszerver).</a:t>
          </a:r>
          <a:endParaRPr lang="en-US" sz="1500" kern="1200"/>
        </a:p>
      </dsp:txBody>
      <dsp:txXfrm>
        <a:off x="5548205" y="1561209"/>
        <a:ext cx="2568514" cy="1849330"/>
      </dsp:txXfrm>
    </dsp:sp>
    <dsp:sp modelId="{6095CA4F-6E62-564D-AFA2-43DD0B5E9A6C}">
      <dsp:nvSpPr>
        <dsp:cNvPr id="0" name=""/>
        <dsp:cNvSpPr/>
      </dsp:nvSpPr>
      <dsp:spPr>
        <a:xfrm>
          <a:off x="5548205" y="328322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03</a:t>
          </a:r>
        </a:p>
      </dsp:txBody>
      <dsp:txXfrm>
        <a:off x="5548205" y="328322"/>
        <a:ext cx="2568514" cy="1232887"/>
      </dsp:txXfrm>
    </dsp:sp>
    <dsp:sp modelId="{AADAFA78-263B-4B44-845F-70F2E9F0A374}">
      <dsp:nvSpPr>
        <dsp:cNvPr id="0" name=""/>
        <dsp:cNvSpPr/>
      </dsp:nvSpPr>
      <dsp:spPr>
        <a:xfrm>
          <a:off x="8322201" y="328322"/>
          <a:ext cx="2568514" cy="308221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Hálózati központ:</a:t>
          </a:r>
          <a:r>
            <a:rPr lang="en-US" sz="1500" b="0" i="0" kern="1200" baseline="0"/>
            <a:t> Routerek és multilayer switch (a hálózat „agya”).</a:t>
          </a:r>
          <a:endParaRPr lang="en-US" sz="1500" kern="1200"/>
        </a:p>
      </dsp:txBody>
      <dsp:txXfrm>
        <a:off x="8322201" y="1561209"/>
        <a:ext cx="2568514" cy="1849330"/>
      </dsp:txXfrm>
    </dsp:sp>
    <dsp:sp modelId="{51A14246-31F1-964B-99F8-56BA81FE5355}">
      <dsp:nvSpPr>
        <dsp:cNvPr id="0" name=""/>
        <dsp:cNvSpPr/>
      </dsp:nvSpPr>
      <dsp:spPr>
        <a:xfrm>
          <a:off x="8322201" y="328322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04</a:t>
          </a:r>
        </a:p>
      </dsp:txBody>
      <dsp:txXfrm>
        <a:off x="8322201" y="328322"/>
        <a:ext cx="2568514" cy="12328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BE20D-2281-1240-81DC-26CE538F2652}">
      <dsp:nvSpPr>
        <dsp:cNvPr id="0" name=""/>
        <dsp:cNvSpPr/>
      </dsp:nvSpPr>
      <dsp:spPr>
        <a:xfrm>
          <a:off x="0" y="1376834"/>
          <a:ext cx="1679807" cy="235173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964" tIns="330200" rIns="130964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VLAN (Virtual Local Area Network):</a:t>
          </a:r>
          <a:r>
            <a:rPr lang="en-US" sz="1100" b="0" i="0" kern="1200" baseline="0"/>
            <a:t> Logikai szegmentálás a biztonság és a broadcast forgalom csökkentése érdekében.</a:t>
          </a:r>
          <a:endParaRPr lang="en-US" sz="1100" kern="1200"/>
        </a:p>
      </dsp:txBody>
      <dsp:txXfrm>
        <a:off x="0" y="2270492"/>
        <a:ext cx="1679807" cy="1411038"/>
      </dsp:txXfrm>
    </dsp:sp>
    <dsp:sp modelId="{14DAE5BE-016A-F148-B3D0-A39F69477F8E}">
      <dsp:nvSpPr>
        <dsp:cNvPr id="0" name=""/>
        <dsp:cNvSpPr/>
      </dsp:nvSpPr>
      <dsp:spPr>
        <a:xfrm>
          <a:off x="487144" y="1612007"/>
          <a:ext cx="705519" cy="70551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005" tIns="12700" rIns="55005" bIns="1270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1</a:t>
          </a:r>
        </a:p>
      </dsp:txBody>
      <dsp:txXfrm>
        <a:off x="590465" y="1715328"/>
        <a:ext cx="498877" cy="498877"/>
      </dsp:txXfrm>
    </dsp:sp>
    <dsp:sp modelId="{4A709E47-B370-814E-8C09-EC4042C11F50}">
      <dsp:nvSpPr>
        <dsp:cNvPr id="0" name=""/>
        <dsp:cNvSpPr/>
      </dsp:nvSpPr>
      <dsp:spPr>
        <a:xfrm>
          <a:off x="0" y="3728493"/>
          <a:ext cx="1679807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8AC7A-A45D-8D49-9BC1-755D8E6A0149}">
      <dsp:nvSpPr>
        <dsp:cNvPr id="0" name=""/>
        <dsp:cNvSpPr/>
      </dsp:nvSpPr>
      <dsp:spPr>
        <a:xfrm>
          <a:off x="1847787" y="1376834"/>
          <a:ext cx="1679807" cy="235173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964" tIns="330200" rIns="130964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Inter-VLAN Routing:</a:t>
          </a:r>
          <a:r>
            <a:rPr lang="en-US" sz="1100" b="0" i="0" kern="1200" baseline="0"/>
            <a:t> A multilayer switch (L3) biztosítja az átjárást a különböző VLAN-ok között.</a:t>
          </a:r>
          <a:endParaRPr lang="en-US" sz="1100" kern="1200"/>
        </a:p>
      </dsp:txBody>
      <dsp:txXfrm>
        <a:off x="1847787" y="2270492"/>
        <a:ext cx="1679807" cy="1411038"/>
      </dsp:txXfrm>
    </dsp:sp>
    <dsp:sp modelId="{5FB01A17-526D-5A4D-B808-B2F4295A535F}">
      <dsp:nvSpPr>
        <dsp:cNvPr id="0" name=""/>
        <dsp:cNvSpPr/>
      </dsp:nvSpPr>
      <dsp:spPr>
        <a:xfrm>
          <a:off x="2334931" y="1612007"/>
          <a:ext cx="705519" cy="70551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005" tIns="12700" rIns="55005" bIns="1270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2</a:t>
          </a:r>
        </a:p>
      </dsp:txBody>
      <dsp:txXfrm>
        <a:off x="2438252" y="1715328"/>
        <a:ext cx="498877" cy="498877"/>
      </dsp:txXfrm>
    </dsp:sp>
    <dsp:sp modelId="{9C4F11D1-BBFC-1941-A439-14EAB519FB26}">
      <dsp:nvSpPr>
        <dsp:cNvPr id="0" name=""/>
        <dsp:cNvSpPr/>
      </dsp:nvSpPr>
      <dsp:spPr>
        <a:xfrm>
          <a:off x="1847787" y="3728493"/>
          <a:ext cx="1679807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249E8-0BE2-B847-96F5-70E218280F6D}">
      <dsp:nvSpPr>
        <dsp:cNvPr id="0" name=""/>
        <dsp:cNvSpPr/>
      </dsp:nvSpPr>
      <dsp:spPr>
        <a:xfrm>
          <a:off x="3695575" y="1376834"/>
          <a:ext cx="1679807" cy="235173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964" tIns="330200" rIns="130964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IPv4 címzés:</a:t>
          </a:r>
          <a:r>
            <a:rPr lang="en-US" sz="1100" b="0" i="0" kern="1200" baseline="0"/>
            <a:t> Strukturált, VLAN-onként elkülönített alhálózatok (pl. 192.168.10.0/24)</a:t>
          </a:r>
          <a:endParaRPr lang="en-US" sz="1100" kern="1200"/>
        </a:p>
      </dsp:txBody>
      <dsp:txXfrm>
        <a:off x="3695575" y="2270492"/>
        <a:ext cx="1679807" cy="1411038"/>
      </dsp:txXfrm>
    </dsp:sp>
    <dsp:sp modelId="{5B6E7F45-85E3-5845-BF7A-08BB1F3720F5}">
      <dsp:nvSpPr>
        <dsp:cNvPr id="0" name=""/>
        <dsp:cNvSpPr/>
      </dsp:nvSpPr>
      <dsp:spPr>
        <a:xfrm>
          <a:off x="4182719" y="1612007"/>
          <a:ext cx="705519" cy="70551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005" tIns="12700" rIns="55005" bIns="1270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3</a:t>
          </a:r>
        </a:p>
      </dsp:txBody>
      <dsp:txXfrm>
        <a:off x="4286040" y="1715328"/>
        <a:ext cx="498877" cy="498877"/>
      </dsp:txXfrm>
    </dsp:sp>
    <dsp:sp modelId="{D152F39D-E4FA-3A47-BF94-4F46EC29EB31}">
      <dsp:nvSpPr>
        <dsp:cNvPr id="0" name=""/>
        <dsp:cNvSpPr/>
      </dsp:nvSpPr>
      <dsp:spPr>
        <a:xfrm>
          <a:off x="3695575" y="3728493"/>
          <a:ext cx="1679807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C2669-3D70-5E46-A127-BE37E9AD0E1D}">
      <dsp:nvSpPr>
        <dsp:cNvPr id="0" name=""/>
        <dsp:cNvSpPr/>
      </dsp:nvSpPr>
      <dsp:spPr>
        <a:xfrm>
          <a:off x="0" y="85224"/>
          <a:ext cx="6479357" cy="153152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DHCP:</a:t>
          </a:r>
          <a:r>
            <a:rPr lang="en-US" sz="2800" b="0" i="0" kern="1200" baseline="0"/>
            <a:t> Automatikus IP-cím és hálózati konfiguráció kiosztása a klienseknek.</a:t>
          </a:r>
          <a:endParaRPr lang="en-US" sz="2800" kern="1200"/>
        </a:p>
      </dsp:txBody>
      <dsp:txXfrm>
        <a:off x="74763" y="159987"/>
        <a:ext cx="6329831" cy="1382003"/>
      </dsp:txXfrm>
    </dsp:sp>
    <dsp:sp modelId="{060CE3E9-6ACB-074A-8F26-E62F2D9D079B}">
      <dsp:nvSpPr>
        <dsp:cNvPr id="0" name=""/>
        <dsp:cNvSpPr/>
      </dsp:nvSpPr>
      <dsp:spPr>
        <a:xfrm>
          <a:off x="0" y="1697394"/>
          <a:ext cx="6479357" cy="1531529"/>
        </a:xfrm>
        <a:prstGeom prst="roundRect">
          <a:avLst/>
        </a:prstGeom>
        <a:solidFill>
          <a:schemeClr val="accent5">
            <a:hueOff val="4505397"/>
            <a:satOff val="-11270"/>
            <a:lumOff val="-1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DNS:</a:t>
          </a:r>
          <a:r>
            <a:rPr lang="en-US" sz="2800" b="0" i="0" kern="1200" baseline="0"/>
            <a:t> Domain nevek IP-címekké alakítása a belső szolgáltatások eléréséhez.</a:t>
          </a:r>
          <a:endParaRPr lang="en-US" sz="2800" kern="1200"/>
        </a:p>
      </dsp:txBody>
      <dsp:txXfrm>
        <a:off x="74763" y="1772157"/>
        <a:ext cx="6329831" cy="1382003"/>
      </dsp:txXfrm>
    </dsp:sp>
    <dsp:sp modelId="{0FE5EEFA-19DD-FE40-995C-9036C59093B9}">
      <dsp:nvSpPr>
        <dsp:cNvPr id="0" name=""/>
        <dsp:cNvSpPr/>
      </dsp:nvSpPr>
      <dsp:spPr>
        <a:xfrm>
          <a:off x="0" y="3309563"/>
          <a:ext cx="6479357" cy="1531529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STP (Spanning Tree Protocol):</a:t>
          </a:r>
          <a:r>
            <a:rPr lang="en-US" sz="2800" b="0" i="0" kern="1200" baseline="0"/>
            <a:t> Hálózati hurkok megakadályozása a stabilitás érdekében.</a:t>
          </a:r>
          <a:endParaRPr lang="en-US" sz="2800" kern="1200"/>
        </a:p>
      </dsp:txBody>
      <dsp:txXfrm>
        <a:off x="74763" y="3384326"/>
        <a:ext cx="6329831" cy="13820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96822-62B8-467C-9EE7-3D428EA18BCA}">
      <dsp:nvSpPr>
        <dsp:cNvPr id="0" name=""/>
        <dsp:cNvSpPr/>
      </dsp:nvSpPr>
      <dsp:spPr>
        <a:xfrm>
          <a:off x="194508" y="641245"/>
          <a:ext cx="910382" cy="9103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0AA1B5-AC47-4580-8604-EFC51E62F729}">
      <dsp:nvSpPr>
        <dsp:cNvPr id="0" name=""/>
        <dsp:cNvSpPr/>
      </dsp:nvSpPr>
      <dsp:spPr>
        <a:xfrm>
          <a:off x="385688" y="832425"/>
          <a:ext cx="528021" cy="5280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226BF-2F4D-4A1D-8DE7-FDA9259B3312}">
      <dsp:nvSpPr>
        <dsp:cNvPr id="0" name=""/>
        <dsp:cNvSpPr/>
      </dsp:nvSpPr>
      <dsp:spPr>
        <a:xfrm>
          <a:off x="1299972" y="641245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Biztonság:</a:t>
          </a:r>
          <a:endParaRPr lang="en-US" sz="1400" kern="1200"/>
        </a:p>
      </dsp:txBody>
      <dsp:txXfrm>
        <a:off x="1299972" y="641245"/>
        <a:ext cx="2145901" cy="910382"/>
      </dsp:txXfrm>
    </dsp:sp>
    <dsp:sp modelId="{63E4BF07-A372-401B-BBA0-96F375E8E57E}">
      <dsp:nvSpPr>
        <dsp:cNvPr id="0" name=""/>
        <dsp:cNvSpPr/>
      </dsp:nvSpPr>
      <dsp:spPr>
        <a:xfrm>
          <a:off x="3819781" y="641245"/>
          <a:ext cx="910382" cy="9103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D25B0A-575F-4B42-ADAD-8DD484631F4E}">
      <dsp:nvSpPr>
        <dsp:cNvPr id="0" name=""/>
        <dsp:cNvSpPr/>
      </dsp:nvSpPr>
      <dsp:spPr>
        <a:xfrm>
          <a:off x="4010961" y="832425"/>
          <a:ext cx="528021" cy="5280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D53F7-0302-49BC-BFF1-92E32571DD0A}">
      <dsp:nvSpPr>
        <dsp:cNvPr id="0" name=""/>
        <dsp:cNvSpPr/>
      </dsp:nvSpPr>
      <dsp:spPr>
        <a:xfrm>
          <a:off x="4925245" y="641245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Port security:</a:t>
          </a:r>
          <a:r>
            <a:rPr lang="en-US" sz="1400" kern="1200"/>
            <a:t> MAC-cím alapú korlátozás a switcheken.</a:t>
          </a:r>
        </a:p>
      </dsp:txBody>
      <dsp:txXfrm>
        <a:off x="4925245" y="641245"/>
        <a:ext cx="2145901" cy="910382"/>
      </dsp:txXfrm>
    </dsp:sp>
    <dsp:sp modelId="{29FADCD3-6315-4F5D-9883-B2BD649C32F3}">
      <dsp:nvSpPr>
        <dsp:cNvPr id="0" name=""/>
        <dsp:cNvSpPr/>
      </dsp:nvSpPr>
      <dsp:spPr>
        <a:xfrm>
          <a:off x="7445054" y="641245"/>
          <a:ext cx="910382" cy="9103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4D2C24-E886-4453-91D0-F3A604262DFC}">
      <dsp:nvSpPr>
        <dsp:cNvPr id="0" name=""/>
        <dsp:cNvSpPr/>
      </dsp:nvSpPr>
      <dsp:spPr>
        <a:xfrm>
          <a:off x="7636234" y="832425"/>
          <a:ext cx="528021" cy="5280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EC9DE-3233-429A-8EC8-54755A8FE544}">
      <dsp:nvSpPr>
        <dsp:cNvPr id="0" name=""/>
        <dsp:cNvSpPr/>
      </dsp:nvSpPr>
      <dsp:spPr>
        <a:xfrm>
          <a:off x="8550519" y="641245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ACL (Access Control List):</a:t>
          </a:r>
          <a:r>
            <a:rPr lang="en-US" sz="1400" kern="1200"/>
            <a:t> Hozzáférés szabályozása a szerverekhez.</a:t>
          </a:r>
        </a:p>
      </dsp:txBody>
      <dsp:txXfrm>
        <a:off x="8550519" y="641245"/>
        <a:ext cx="2145901" cy="910382"/>
      </dsp:txXfrm>
    </dsp:sp>
    <dsp:sp modelId="{1DF9FA90-6E7B-4E91-B7AE-A1614C06F849}">
      <dsp:nvSpPr>
        <dsp:cNvPr id="0" name=""/>
        <dsp:cNvSpPr/>
      </dsp:nvSpPr>
      <dsp:spPr>
        <a:xfrm>
          <a:off x="194508" y="2187234"/>
          <a:ext cx="910382" cy="91038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C99A5-AF01-47ED-B87B-EC0E9080F88A}">
      <dsp:nvSpPr>
        <dsp:cNvPr id="0" name=""/>
        <dsp:cNvSpPr/>
      </dsp:nvSpPr>
      <dsp:spPr>
        <a:xfrm>
          <a:off x="385688" y="2378415"/>
          <a:ext cx="528021" cy="5280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B9E013-9457-485C-A5A9-56081B901664}">
      <dsp:nvSpPr>
        <dsp:cNvPr id="0" name=""/>
        <dsp:cNvSpPr/>
      </dsp:nvSpPr>
      <dsp:spPr>
        <a:xfrm>
          <a:off x="1299972" y="2187234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Diagnosztika:</a:t>
          </a:r>
          <a:endParaRPr lang="en-US" sz="1400" kern="1200"/>
        </a:p>
      </dsp:txBody>
      <dsp:txXfrm>
        <a:off x="1299972" y="2187234"/>
        <a:ext cx="2145901" cy="910382"/>
      </dsp:txXfrm>
    </dsp:sp>
    <dsp:sp modelId="{C5233196-C3BC-43F4-B2E2-4C7C7E8854A2}">
      <dsp:nvSpPr>
        <dsp:cNvPr id="0" name=""/>
        <dsp:cNvSpPr/>
      </dsp:nvSpPr>
      <dsp:spPr>
        <a:xfrm>
          <a:off x="3819781" y="2187234"/>
          <a:ext cx="910382" cy="91038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8953F-1A5C-4163-B10A-62216D95CAC4}">
      <dsp:nvSpPr>
        <dsp:cNvPr id="0" name=""/>
        <dsp:cNvSpPr/>
      </dsp:nvSpPr>
      <dsp:spPr>
        <a:xfrm>
          <a:off x="4010961" y="2378415"/>
          <a:ext cx="528021" cy="5280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D8588-830F-4319-A5C8-74ED83A717C0}">
      <dsp:nvSpPr>
        <dsp:cNvPr id="0" name=""/>
        <dsp:cNvSpPr/>
      </dsp:nvSpPr>
      <dsp:spPr>
        <a:xfrm>
          <a:off x="4925245" y="2187234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Kapcsolat ellenőrzése Ping és Traceroute segítségével.</a:t>
          </a:r>
        </a:p>
      </dsp:txBody>
      <dsp:txXfrm>
        <a:off x="4925245" y="2187234"/>
        <a:ext cx="2145901" cy="910382"/>
      </dsp:txXfrm>
    </dsp:sp>
    <dsp:sp modelId="{0BC88469-8F8B-4962-9244-F8EF7C677705}">
      <dsp:nvSpPr>
        <dsp:cNvPr id="0" name=""/>
        <dsp:cNvSpPr/>
      </dsp:nvSpPr>
      <dsp:spPr>
        <a:xfrm>
          <a:off x="7445054" y="2187234"/>
          <a:ext cx="910382" cy="9103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98B0F-AD80-4896-9F34-7EAB900E88B9}">
      <dsp:nvSpPr>
        <dsp:cNvPr id="0" name=""/>
        <dsp:cNvSpPr/>
      </dsp:nvSpPr>
      <dsp:spPr>
        <a:xfrm>
          <a:off x="7636234" y="2378415"/>
          <a:ext cx="528021" cy="5280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1B727-E54A-4521-ABD4-2F63FB97F7BB}">
      <dsp:nvSpPr>
        <dsp:cNvPr id="0" name=""/>
        <dsp:cNvSpPr/>
      </dsp:nvSpPr>
      <dsp:spPr>
        <a:xfrm>
          <a:off x="8550519" y="2187234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DHCP és DNS hibák felismerése és elhárítása</a:t>
          </a:r>
        </a:p>
      </dsp:txBody>
      <dsp:txXfrm>
        <a:off x="8550519" y="2187234"/>
        <a:ext cx="2145901" cy="9103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422E30-4D61-4D1E-9E3F-04A05E0F12CB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465D9-8AA6-446D-B1EE-E4402241A3A8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76DAA-6568-4E48-AB2C-E52A017DDFF2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Access Layer (Hozzáférési réteg):</a:t>
          </a:r>
          <a:r>
            <a:rPr lang="en-US" sz="2500" b="0" i="0" kern="1200" baseline="0"/>
            <a:t> Végpontok csatlakoztatása (PC termek).</a:t>
          </a:r>
          <a:endParaRPr lang="en-US" sz="2500" kern="1200"/>
        </a:p>
      </dsp:txBody>
      <dsp:txXfrm>
        <a:off x="1686304" y="623"/>
        <a:ext cx="5530111" cy="1460003"/>
      </dsp:txXfrm>
    </dsp:sp>
    <dsp:sp modelId="{8591B9A2-FB83-409F-9167-268B11730A99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22AD3-2498-40D0-96D6-CD6E84240409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4488E-250F-4ECC-BB5D-6F86FCD399EF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Distribution Layer (Elosztási réteg):</a:t>
          </a:r>
          <a:r>
            <a:rPr lang="en-US" sz="2500" b="0" i="0" kern="1200" baseline="0"/>
            <a:t> VLAN-ok közötti irányítás (Multilayer switch).</a:t>
          </a:r>
          <a:endParaRPr lang="en-US" sz="2500" kern="1200"/>
        </a:p>
      </dsp:txBody>
      <dsp:txXfrm>
        <a:off x="1686304" y="1825628"/>
        <a:ext cx="5530111" cy="1460003"/>
      </dsp:txXfrm>
    </dsp:sp>
    <dsp:sp modelId="{47AC4D58-CEB6-4DC4-9D95-53590EA29298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6760C-29DC-4FB9-A28D-7B4E8C836082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FE264-37A8-4B69-8125-C5586F03723E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Core Layer (Mag réteg):</a:t>
          </a:r>
          <a:r>
            <a:rPr lang="en-US" sz="2500" b="0" i="0" kern="1200" baseline="0"/>
            <a:t> Külső hálózati kapcsolatok (Routerek)</a:t>
          </a:r>
          <a:endParaRPr lang="en-US" sz="2500" kern="1200"/>
        </a:p>
      </dsp:txBody>
      <dsp:txXfrm>
        <a:off x="1686304" y="3650632"/>
        <a:ext cx="5530111" cy="14600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0583CE-4AA5-7242-A4F5-3962CCEFEA52}">
      <dsp:nvSpPr>
        <dsp:cNvPr id="0" name=""/>
        <dsp:cNvSpPr/>
      </dsp:nvSpPr>
      <dsp:spPr>
        <a:xfrm>
          <a:off x="1329" y="141566"/>
          <a:ext cx="4666401" cy="296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9B96F-13BF-164A-8907-B1C64A78D4AD}">
      <dsp:nvSpPr>
        <dsp:cNvPr id="0" name=""/>
        <dsp:cNvSpPr/>
      </dsp:nvSpPr>
      <dsp:spPr>
        <a:xfrm>
          <a:off x="519818" y="634131"/>
          <a:ext cx="4666401" cy="2963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Fejlődés:</a:t>
          </a:r>
          <a:r>
            <a:rPr lang="en-US" sz="2800" b="0" i="0" kern="1200" baseline="0"/>
            <a:t> A projekt során fejlődött a technikai tudás, a dokumentációs készség és a csapatmunka.</a:t>
          </a:r>
          <a:endParaRPr lang="en-US" sz="2800" kern="1200"/>
        </a:p>
      </dsp:txBody>
      <dsp:txXfrm>
        <a:off x="606606" y="720919"/>
        <a:ext cx="4492825" cy="2789588"/>
      </dsp:txXfrm>
    </dsp:sp>
    <dsp:sp modelId="{6D6445CC-69F3-4144-8934-A9AAADE3ED90}">
      <dsp:nvSpPr>
        <dsp:cNvPr id="0" name=""/>
        <dsp:cNvSpPr/>
      </dsp:nvSpPr>
      <dsp:spPr>
        <a:xfrm>
          <a:off x="5704709" y="141566"/>
          <a:ext cx="4666401" cy="296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C17-DE7F-BC4F-B3A8-F65AC4FED156}">
      <dsp:nvSpPr>
        <dsp:cNvPr id="0" name=""/>
        <dsp:cNvSpPr/>
      </dsp:nvSpPr>
      <dsp:spPr>
        <a:xfrm>
          <a:off x="6223198" y="634131"/>
          <a:ext cx="4666401" cy="2963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Megoldott nehézségek:</a:t>
          </a:r>
          <a:r>
            <a:rPr lang="en-US" sz="2800" b="0" i="0" kern="1200" baseline="0"/>
            <a:t> Konfigurációs hibák és logikai ellentmondások sikeres kezelése.</a:t>
          </a:r>
          <a:endParaRPr lang="en-US" sz="2800" kern="1200"/>
        </a:p>
      </dsp:txBody>
      <dsp:txXfrm>
        <a:off x="6309986" y="720919"/>
        <a:ext cx="4492825" cy="2789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1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807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11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7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8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0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9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2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9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9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98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18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4A15E-765C-FA2E-ACC5-1B5CA37195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046" b="13704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5AB3D-447F-046C-2E58-BF9CBA318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3816341" cy="2738530"/>
          </a:xfrm>
        </p:spPr>
        <p:txBody>
          <a:bodyPr anchor="t">
            <a:normAutofit fontScale="90000"/>
          </a:bodyPr>
          <a:lstStyle/>
          <a:p>
            <a:r>
              <a:rPr lang="en-US" sz="4800" dirty="0"/>
              <a:t>Mini </a:t>
            </a:r>
            <a:r>
              <a:rPr lang="en-US" sz="4800" dirty="0" err="1"/>
              <a:t>vizsgaremek</a:t>
            </a:r>
            <a:r>
              <a:rPr lang="en-US" sz="4800" dirty="0"/>
              <a:t>- </a:t>
            </a:r>
            <a:r>
              <a:rPr lang="en-US" sz="4800" dirty="0" err="1"/>
              <a:t>Hálózati</a:t>
            </a:r>
            <a:r>
              <a:rPr lang="en-US" sz="4800" dirty="0"/>
              <a:t> </a:t>
            </a:r>
            <a:r>
              <a:rPr lang="en-US" sz="4800" dirty="0" err="1"/>
              <a:t>infrastruktúra</a:t>
            </a:r>
            <a:r>
              <a:rPr lang="en-US" sz="4800" dirty="0"/>
              <a:t> </a:t>
            </a:r>
            <a:r>
              <a:rPr lang="en-US" sz="4800" dirty="0" err="1"/>
              <a:t>tervezése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A257F-9582-E7C6-2232-9B0ACCF1A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8" y="4321622"/>
            <a:ext cx="3816351" cy="94183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732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828FD66-9ADA-1DDA-1C11-616C51BF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A </a:t>
            </a:r>
            <a:r>
              <a:rPr lang="en-US"/>
              <a:t>projekt</a:t>
            </a:r>
            <a:r>
              <a:rPr lang="en-US" dirty="0"/>
              <a:t> </a:t>
            </a:r>
            <a:r>
              <a:rPr lang="en-US"/>
              <a:t>célja</a:t>
            </a:r>
            <a:endParaRPr lang="en-US" dirty="0"/>
          </a:p>
        </p:txBody>
      </p:sp>
      <p:pic>
        <p:nvPicPr>
          <p:cNvPr id="15" name="Graphic 14" descr="Tanabata Tree">
            <a:extLst>
              <a:ext uri="{FF2B5EF4-FFF2-40B4-BE49-F238E27FC236}">
                <a16:creationId xmlns:a16="http://schemas.microsoft.com/office/drawing/2014/main" id="{C0C798E4-2E2E-3A7A-41A2-464CA2C4FC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D51AB5E-BB2A-2F2D-3AE5-DC6E87BE2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olyan</a:t>
            </a:r>
            <a:r>
              <a:rPr lang="en-US" dirty="0"/>
              <a:t> mini </a:t>
            </a:r>
            <a:r>
              <a:rPr lang="en-US" dirty="0" err="1"/>
              <a:t>vizsgaremek</a:t>
            </a:r>
            <a:r>
              <a:rPr lang="en-US" dirty="0"/>
              <a:t> </a:t>
            </a:r>
            <a:r>
              <a:rPr lang="en-US" dirty="0" err="1"/>
              <a:t>elkészítése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a </a:t>
            </a:r>
            <a:r>
              <a:rPr lang="en-US" dirty="0" err="1"/>
              <a:t>következő</a:t>
            </a:r>
            <a:r>
              <a:rPr lang="en-US" dirty="0"/>
              <a:t> </a:t>
            </a:r>
            <a:r>
              <a:rPr lang="en-US" dirty="0" err="1"/>
              <a:t>tanév</a:t>
            </a:r>
            <a:r>
              <a:rPr lang="en-US" dirty="0"/>
              <a:t> </a:t>
            </a:r>
            <a:r>
              <a:rPr lang="en-US" dirty="0" err="1"/>
              <a:t>teljes</a:t>
            </a:r>
            <a:r>
              <a:rPr lang="en-US" dirty="0"/>
              <a:t> </a:t>
            </a:r>
            <a:r>
              <a:rPr lang="en-US" dirty="0" err="1"/>
              <a:t>vizsgaremekének</a:t>
            </a:r>
            <a:r>
              <a:rPr lang="en-US" dirty="0"/>
              <a:t> </a:t>
            </a:r>
            <a:r>
              <a:rPr lang="en-US" dirty="0" err="1"/>
              <a:t>előtanulmányaként</a:t>
            </a:r>
            <a:r>
              <a:rPr lang="en-US" dirty="0"/>
              <a:t> </a:t>
            </a:r>
            <a:r>
              <a:rPr lang="en-US" dirty="0" err="1"/>
              <a:t>szolgál</a:t>
            </a:r>
            <a:r>
              <a:rPr lang="en-US" dirty="0"/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01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799DB-8668-EF9D-0857-0338EA19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412998" cy="1839433"/>
          </a:xfrm>
        </p:spPr>
        <p:txBody>
          <a:bodyPr>
            <a:normAutofit/>
          </a:bodyPr>
          <a:lstStyle/>
          <a:p>
            <a:r>
              <a:rPr lang="en-US" sz="3600"/>
              <a:t>Fő feladatok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5DAC9C-63C5-9166-AD96-DEBCF473DB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2670" y="1014984"/>
            <a:ext cx="7029274" cy="53146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vizsgaremek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készítési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folyamatának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megismerése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Szükséges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technológiák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kipróbálása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Szakmailag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megalapozott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és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jól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strukturált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anyag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létrehozása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518E9-2659-AF7C-BF40-1FDD46226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980274" cy="29966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A hálózat fizikai felépítése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5AE0F9-8A38-80E5-1DE0-DD2F2F3500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5248504"/>
            <a:ext cx="6980274" cy="9502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eaLnBrk="1" fontAlgn="base" hangingPunct="1">
              <a:spcBef>
                <a:spcPts val="1000"/>
              </a:spcBef>
              <a:spcAft>
                <a:spcPct val="0"/>
              </a:spcAft>
              <a:buClrTx/>
              <a:buNone/>
              <a:tabLst/>
            </a:pPr>
            <a:r>
              <a:rPr kumimoji="0" lang="en-US" altLang="en-US" sz="1500" b="1" i="0" u="none" strike="noStrike" cap="all" spc="300" normalizeH="0">
                <a:ln>
                  <a:noFill/>
                </a:ln>
                <a:effectLst/>
                <a:latin typeface="+mn-lt"/>
              </a:rPr>
              <a:t>A hálózat négy különálló helyiségre tagolódik a valós vállalati környezet modellezése érdekében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72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86444-9FCF-D19E-BFBB-9B834278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 err="1"/>
              <a:t>Helyiségek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E347211-8D7F-71AF-8776-C27607E627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8968157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284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154889-3B7F-ED33-5635-3EA97213C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914400"/>
            <a:ext cx="3675888" cy="4157931"/>
          </a:xfrm>
        </p:spPr>
        <p:txBody>
          <a:bodyPr anchor="t">
            <a:normAutofit/>
          </a:bodyPr>
          <a:lstStyle/>
          <a:p>
            <a:r>
              <a:rPr lang="en-US"/>
              <a:t>Alkalmazott</a:t>
            </a:r>
            <a:r>
              <a:rPr lang="en-US" dirty="0"/>
              <a:t> </a:t>
            </a:r>
            <a:r>
              <a:rPr lang="en-US"/>
              <a:t>hálózati</a:t>
            </a:r>
            <a:r>
              <a:rPr lang="en-US" dirty="0"/>
              <a:t> </a:t>
            </a:r>
            <a:r>
              <a:rPr lang="en-US"/>
              <a:t>technológiák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5F4E67-4DB9-8422-13E5-B36FD48EC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1D7498E-2401-E81C-1A37-42CF586F3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777320"/>
              </p:ext>
            </p:extLst>
          </p:nvPr>
        </p:nvGraphicFramePr>
        <p:xfrm>
          <a:off x="5432612" y="914400"/>
          <a:ext cx="5375383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174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F3CE4-F80D-C88A-7242-16F88D2A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/>
              <a:t>Kritikus</a:t>
            </a:r>
            <a:r>
              <a:rPr lang="en-US" dirty="0"/>
              <a:t> </a:t>
            </a:r>
            <a:r>
              <a:rPr lang="en-US"/>
              <a:t>hálózati</a:t>
            </a:r>
            <a:r>
              <a:rPr lang="en-US" dirty="0"/>
              <a:t> </a:t>
            </a:r>
            <a:r>
              <a:rPr lang="en-US"/>
              <a:t>szolgáltatások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8C4A632-B912-0EC4-16A6-BC009B2542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628443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181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A1954-8640-C5D5-330B-114F22583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/>
              <a:t>Hálózati</a:t>
            </a:r>
            <a:r>
              <a:rPr lang="en-US" dirty="0"/>
              <a:t> </a:t>
            </a:r>
            <a:r>
              <a:rPr lang="en-US"/>
              <a:t>biztonság</a:t>
            </a:r>
            <a:r>
              <a:rPr lang="en-US" dirty="0"/>
              <a:t> </a:t>
            </a:r>
            <a:r>
              <a:rPr lang="en-US"/>
              <a:t>és</a:t>
            </a:r>
            <a:r>
              <a:rPr lang="en-US" dirty="0"/>
              <a:t> </a:t>
            </a:r>
            <a:r>
              <a:rPr lang="en-US"/>
              <a:t>diagnosztika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7794081-A685-FC75-94EA-5C35861955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190615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3861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F105E9-FF28-FB33-80B8-744C0895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Logikai felépítés- 3 rétegű modell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A7964C3-F906-9603-8B9C-D71E27F7E0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140743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512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BA5D6-6586-EE8F-1BEB-52DD2288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/>
              <a:t>Összegzés</a:t>
            </a:r>
            <a:r>
              <a:rPr lang="en-US" dirty="0"/>
              <a:t> </a:t>
            </a:r>
            <a:r>
              <a:rPr lang="en-US"/>
              <a:t>és</a:t>
            </a:r>
            <a:r>
              <a:rPr lang="en-US" dirty="0"/>
              <a:t> </a:t>
            </a:r>
            <a:r>
              <a:rPr lang="en-US"/>
              <a:t>tapasztalatok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CB2D2A1-EE25-1B11-5C04-004D9BBF78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015758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013522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317</Words>
  <Application>Microsoft Macintosh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Bierstadt</vt:lpstr>
      <vt:lpstr>Grandview Display</vt:lpstr>
      <vt:lpstr>DashVTI</vt:lpstr>
      <vt:lpstr>Mini vizsgaremek- Hálózati infrastruktúra tervezése</vt:lpstr>
      <vt:lpstr>A projekt célja</vt:lpstr>
      <vt:lpstr>Fő feladatok</vt:lpstr>
      <vt:lpstr>A hálózat fizikai felépítése</vt:lpstr>
      <vt:lpstr>Helyiségek</vt:lpstr>
      <vt:lpstr>Alkalmazott hálózati technológiák</vt:lpstr>
      <vt:lpstr>Kritikus hálózati szolgáltatások</vt:lpstr>
      <vt:lpstr>Hálózati biztonság és diagnosztika</vt:lpstr>
      <vt:lpstr>Logikai felépítés- 3 rétegű modell</vt:lpstr>
      <vt:lpstr>Összegzés és tapasztalatok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Petróczi Tamás</dc:creator>
  <cp:lastModifiedBy>Petróczi Tamás</cp:lastModifiedBy>
  <cp:revision>1</cp:revision>
  <dcterms:created xsi:type="dcterms:W3CDTF">2026-04-21T09:49:04Z</dcterms:created>
  <dcterms:modified xsi:type="dcterms:W3CDTF">2026-04-21T10:02:15Z</dcterms:modified>
</cp:coreProperties>
</file>